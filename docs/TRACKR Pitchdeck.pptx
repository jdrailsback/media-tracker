
<file path=[Content_Types].xml><?xml version="1.0" encoding="utf-8"?>
<Types xmlns="http://schemas.openxmlformats.org/package/2006/content-types">
  <Default Extension="666666666667,100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7" r:id="rId1"/>
  </p:sldMasterIdLst>
  <p:notesMasterIdLst>
    <p:notesMasterId r:id="rId11"/>
  </p:notesMasterIdLst>
  <p:sldIdLst>
    <p:sldId id="256" r:id="rId2"/>
    <p:sldId id="257" r:id="rId3"/>
    <p:sldId id="259" r:id="rId4"/>
    <p:sldId id="260" r:id="rId5"/>
    <p:sldId id="262" r:id="rId6"/>
    <p:sldId id="261" r:id="rId7"/>
    <p:sldId id="263" r:id="rId8"/>
    <p:sldId id="264" r:id="rId9"/>
    <p:sldId id="25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0C12"/>
    <a:srgbClr val="7689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660"/>
  </p:normalViewPr>
  <p:slideViewPr>
    <p:cSldViewPr snapToGrid="0">
      <p:cViewPr varScale="1">
        <p:scale>
          <a:sx n="97" d="100"/>
          <a:sy n="97" d="100"/>
        </p:scale>
        <p:origin x="14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98BF5CA-026A-4C4A-8FBD-39510499F4B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5" csCatId="accent1" phldr="1"/>
      <dgm:spPr/>
      <dgm:t>
        <a:bodyPr/>
        <a:lstStyle/>
        <a:p>
          <a:endParaRPr lang="en-US"/>
        </a:p>
      </dgm:t>
    </dgm:pt>
    <dgm:pt modelId="{AB7BB1CF-FEE2-41C6-9127-47A6A4D1D60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tx1"/>
              </a:solidFill>
            </a:rPr>
            <a:t>FOLLOW ANYTHING: choose your favorite tv shows, movies, video games, and more and keep up to date with all new releases with ease</a:t>
          </a:r>
        </a:p>
      </dgm:t>
    </dgm:pt>
    <dgm:pt modelId="{D7637F74-BD4F-4B1D-8DCB-10FF95515778}" type="parTrans" cxnId="{71967BCA-8AC7-450B-B826-2D11134EB72C}">
      <dgm:prSet/>
      <dgm:spPr/>
      <dgm:t>
        <a:bodyPr/>
        <a:lstStyle/>
        <a:p>
          <a:endParaRPr lang="en-US"/>
        </a:p>
      </dgm:t>
    </dgm:pt>
    <dgm:pt modelId="{3DC178BB-17AF-4E63-AC67-972225CE6986}" type="sibTrans" cxnId="{71967BCA-8AC7-450B-B826-2D11134EB72C}">
      <dgm:prSet/>
      <dgm:spPr/>
      <dgm:t>
        <a:bodyPr/>
        <a:lstStyle/>
        <a:p>
          <a:endParaRPr lang="en-US"/>
        </a:p>
      </dgm:t>
    </dgm:pt>
    <dgm:pt modelId="{B21388B4-2BF5-4879-A0A9-1AFAB7F4EBC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tx1"/>
              </a:solidFill>
            </a:rPr>
            <a:t>DISCOVER MORE: explore to see what’s new, or something you may have missed from years ago</a:t>
          </a:r>
        </a:p>
      </dgm:t>
    </dgm:pt>
    <dgm:pt modelId="{D42E57B0-3EE7-45D5-8418-3CCED033100D}" type="parTrans" cxnId="{DC95C647-4341-4E03-A6E9-193C266081AF}">
      <dgm:prSet/>
      <dgm:spPr/>
      <dgm:t>
        <a:bodyPr/>
        <a:lstStyle/>
        <a:p>
          <a:endParaRPr lang="en-US"/>
        </a:p>
      </dgm:t>
    </dgm:pt>
    <dgm:pt modelId="{E8A8F015-3C4D-471C-B1CF-3F57E2E8BEB3}" type="sibTrans" cxnId="{DC95C647-4341-4E03-A6E9-193C266081AF}">
      <dgm:prSet/>
      <dgm:spPr/>
      <dgm:t>
        <a:bodyPr/>
        <a:lstStyle/>
        <a:p>
          <a:endParaRPr lang="en-US"/>
        </a:p>
      </dgm:t>
    </dgm:pt>
    <dgm:pt modelId="{64E1D5B0-B20A-4064-80ED-C1DE53623A6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tx1"/>
              </a:solidFill>
            </a:rPr>
            <a:t>FORM YOUR DUGOUT: add any items to your watchlist and line up what you looking to do next</a:t>
          </a:r>
        </a:p>
      </dgm:t>
    </dgm:pt>
    <dgm:pt modelId="{C39C775C-8543-4001-8761-4A53C909A753}" type="parTrans" cxnId="{69492986-E9A8-48B2-A746-06EF880A20C2}">
      <dgm:prSet/>
      <dgm:spPr/>
      <dgm:t>
        <a:bodyPr/>
        <a:lstStyle/>
        <a:p>
          <a:endParaRPr lang="en-US"/>
        </a:p>
      </dgm:t>
    </dgm:pt>
    <dgm:pt modelId="{5B361B1A-691F-48CC-9FDA-4B5B4DB4A161}" type="sibTrans" cxnId="{69492986-E9A8-48B2-A746-06EF880A20C2}">
      <dgm:prSet/>
      <dgm:spPr/>
      <dgm:t>
        <a:bodyPr/>
        <a:lstStyle/>
        <a:p>
          <a:endParaRPr lang="en-US"/>
        </a:p>
      </dgm:t>
    </dgm:pt>
    <dgm:pt modelId="{DD797486-C80D-46CC-B9D7-48CB33B5BDCA}" type="pres">
      <dgm:prSet presAssocID="{298BF5CA-026A-4C4A-8FBD-39510499F4B9}" presName="root" presStyleCnt="0">
        <dgm:presLayoutVars>
          <dgm:dir/>
          <dgm:resizeHandles val="exact"/>
        </dgm:presLayoutVars>
      </dgm:prSet>
      <dgm:spPr/>
    </dgm:pt>
    <dgm:pt modelId="{87326600-9D9F-47B2-A1BF-B116EFA4A842}" type="pres">
      <dgm:prSet presAssocID="{AB7BB1CF-FEE2-41C6-9127-47A6A4D1D60E}" presName="compNode" presStyleCnt="0"/>
      <dgm:spPr/>
    </dgm:pt>
    <dgm:pt modelId="{1DFEE864-AC7D-4705-8DF6-AF1484DB0183}" type="pres">
      <dgm:prSet presAssocID="{AB7BB1CF-FEE2-41C6-9127-47A6A4D1D60E}" presName="bgRect" presStyleLbl="bgShp" presStyleIdx="0" presStyleCnt="3"/>
      <dgm:spPr>
        <a:solidFill>
          <a:srgbClr val="0B0C12"/>
        </a:solidFill>
        <a:ln>
          <a:solidFill>
            <a:schemeClr val="tx1"/>
          </a:solidFill>
        </a:ln>
      </dgm:spPr>
    </dgm:pt>
    <dgm:pt modelId="{8857E13B-3EF9-4757-9B39-A9E803BF8747}" type="pres">
      <dgm:prSet presAssocID="{AB7BB1CF-FEE2-41C6-9127-47A6A4D1D60E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solidFill>
            <a:schemeClr val="bg2"/>
          </a:solidFill>
        </a:ln>
      </dgm:spPr>
      <dgm:extLst>
        <a:ext uri="{E40237B7-FDA0-4F09-8148-C483321AD2D9}">
          <dgm14:cNvPr xmlns:dgm14="http://schemas.microsoft.com/office/drawing/2010/diagram" id="0" name="" descr="Television"/>
        </a:ext>
      </dgm:extLst>
    </dgm:pt>
    <dgm:pt modelId="{7F79F8CA-7D7D-45D5-80F3-8FEE17015690}" type="pres">
      <dgm:prSet presAssocID="{AB7BB1CF-FEE2-41C6-9127-47A6A4D1D60E}" presName="spaceRect" presStyleCnt="0"/>
      <dgm:spPr/>
    </dgm:pt>
    <dgm:pt modelId="{C17CA345-4603-4EBE-B2C3-B7D28F00EB22}" type="pres">
      <dgm:prSet presAssocID="{AB7BB1CF-FEE2-41C6-9127-47A6A4D1D60E}" presName="parTx" presStyleLbl="revTx" presStyleIdx="0" presStyleCnt="3">
        <dgm:presLayoutVars>
          <dgm:chMax val="0"/>
          <dgm:chPref val="0"/>
        </dgm:presLayoutVars>
      </dgm:prSet>
      <dgm:spPr/>
    </dgm:pt>
    <dgm:pt modelId="{D3399CE9-FA54-4BFC-B731-2AB65941A9F5}" type="pres">
      <dgm:prSet presAssocID="{3DC178BB-17AF-4E63-AC67-972225CE6986}" presName="sibTrans" presStyleCnt="0"/>
      <dgm:spPr/>
    </dgm:pt>
    <dgm:pt modelId="{1C51C01D-B323-4791-806D-397DA7081343}" type="pres">
      <dgm:prSet presAssocID="{B21388B4-2BF5-4879-A0A9-1AFAB7F4EBC7}" presName="compNode" presStyleCnt="0"/>
      <dgm:spPr/>
    </dgm:pt>
    <dgm:pt modelId="{7421D09D-770C-4F22-BF8A-51A856A48E74}" type="pres">
      <dgm:prSet presAssocID="{B21388B4-2BF5-4879-A0A9-1AFAB7F4EBC7}" presName="bgRect" presStyleLbl="bgShp" presStyleIdx="1" presStyleCnt="3"/>
      <dgm:spPr>
        <a:solidFill>
          <a:srgbClr val="0B0C12"/>
        </a:solidFill>
        <a:ln>
          <a:solidFill>
            <a:schemeClr val="tx1"/>
          </a:solidFill>
        </a:ln>
      </dgm:spPr>
    </dgm:pt>
    <dgm:pt modelId="{EFBC3D30-98BF-4B05-856D-846391CD9E55}" type="pres">
      <dgm:prSet presAssocID="{B21388B4-2BF5-4879-A0A9-1AFAB7F4EBC7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solidFill>
            <a:schemeClr val="bg2"/>
          </a:solidFill>
        </a:ln>
      </dgm:spPr>
      <dgm:extLst>
        <a:ext uri="{E40237B7-FDA0-4F09-8148-C483321AD2D9}">
          <dgm14:cNvPr xmlns:dgm14="http://schemas.microsoft.com/office/drawing/2010/diagram" id="0" name="" descr="Telescope"/>
        </a:ext>
      </dgm:extLst>
    </dgm:pt>
    <dgm:pt modelId="{D6398E1D-0C62-4FEC-BD31-53F0110F9726}" type="pres">
      <dgm:prSet presAssocID="{B21388B4-2BF5-4879-A0A9-1AFAB7F4EBC7}" presName="spaceRect" presStyleCnt="0"/>
      <dgm:spPr/>
    </dgm:pt>
    <dgm:pt modelId="{BB7435A7-97F1-4C8D-A3D0-9F7772E0A00D}" type="pres">
      <dgm:prSet presAssocID="{B21388B4-2BF5-4879-A0A9-1AFAB7F4EBC7}" presName="parTx" presStyleLbl="revTx" presStyleIdx="1" presStyleCnt="3">
        <dgm:presLayoutVars>
          <dgm:chMax val="0"/>
          <dgm:chPref val="0"/>
        </dgm:presLayoutVars>
      </dgm:prSet>
      <dgm:spPr/>
    </dgm:pt>
    <dgm:pt modelId="{3D0A3479-930D-4DD9-B7F5-FB47579C8C4F}" type="pres">
      <dgm:prSet presAssocID="{E8A8F015-3C4D-471C-B1CF-3F57E2E8BEB3}" presName="sibTrans" presStyleCnt="0"/>
      <dgm:spPr/>
    </dgm:pt>
    <dgm:pt modelId="{5DF401D1-2723-41D7-8BD0-0996ADFA369B}" type="pres">
      <dgm:prSet presAssocID="{64E1D5B0-B20A-4064-80ED-C1DE53623A6A}" presName="compNode" presStyleCnt="0"/>
      <dgm:spPr/>
    </dgm:pt>
    <dgm:pt modelId="{A77C85DB-FEF4-4D37-9F86-D3495FDE8B14}" type="pres">
      <dgm:prSet presAssocID="{64E1D5B0-B20A-4064-80ED-C1DE53623A6A}" presName="bgRect" presStyleLbl="bgShp" presStyleIdx="2" presStyleCnt="3"/>
      <dgm:spPr>
        <a:solidFill>
          <a:srgbClr val="0B0C12"/>
        </a:solidFill>
        <a:ln>
          <a:solidFill>
            <a:schemeClr val="tx1"/>
          </a:solidFill>
        </a:ln>
      </dgm:spPr>
    </dgm:pt>
    <dgm:pt modelId="{B1DD3873-4AFF-4FE9-A49D-4CB18C323261}" type="pres">
      <dgm:prSet presAssocID="{64E1D5B0-B20A-4064-80ED-C1DE53623A6A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solidFill>
            <a:schemeClr val="bg2"/>
          </a:solidFill>
        </a:ln>
      </dgm:spPr>
      <dgm:extLst>
        <a:ext uri="{E40237B7-FDA0-4F09-8148-C483321AD2D9}">
          <dgm14:cNvPr xmlns:dgm14="http://schemas.microsoft.com/office/drawing/2010/diagram" id="0" name="" descr="Briefcase"/>
        </a:ext>
      </dgm:extLst>
    </dgm:pt>
    <dgm:pt modelId="{CD9D524E-A618-4CB5-830D-8929B9A377F5}" type="pres">
      <dgm:prSet presAssocID="{64E1D5B0-B20A-4064-80ED-C1DE53623A6A}" presName="spaceRect" presStyleCnt="0"/>
      <dgm:spPr/>
    </dgm:pt>
    <dgm:pt modelId="{54D6AB02-D79D-47AE-9583-2994DE172C38}" type="pres">
      <dgm:prSet presAssocID="{64E1D5B0-B20A-4064-80ED-C1DE53623A6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6A683806-2AC7-4227-8A0F-8C67CE0AAE59}" type="presOf" srcId="{64E1D5B0-B20A-4064-80ED-C1DE53623A6A}" destId="{54D6AB02-D79D-47AE-9583-2994DE172C38}" srcOrd="0" destOrd="0" presId="urn:microsoft.com/office/officeart/2018/2/layout/IconVerticalSolidList"/>
    <dgm:cxn modelId="{DC95C647-4341-4E03-A6E9-193C266081AF}" srcId="{298BF5CA-026A-4C4A-8FBD-39510499F4B9}" destId="{B21388B4-2BF5-4879-A0A9-1AFAB7F4EBC7}" srcOrd="1" destOrd="0" parTransId="{D42E57B0-3EE7-45D5-8418-3CCED033100D}" sibTransId="{E8A8F015-3C4D-471C-B1CF-3F57E2E8BEB3}"/>
    <dgm:cxn modelId="{69492986-E9A8-48B2-A746-06EF880A20C2}" srcId="{298BF5CA-026A-4C4A-8FBD-39510499F4B9}" destId="{64E1D5B0-B20A-4064-80ED-C1DE53623A6A}" srcOrd="2" destOrd="0" parTransId="{C39C775C-8543-4001-8761-4A53C909A753}" sibTransId="{5B361B1A-691F-48CC-9FDA-4B5B4DB4A161}"/>
    <dgm:cxn modelId="{86C3BABA-FB03-40CA-B001-836EC77EA70F}" type="presOf" srcId="{B21388B4-2BF5-4879-A0A9-1AFAB7F4EBC7}" destId="{BB7435A7-97F1-4C8D-A3D0-9F7772E0A00D}" srcOrd="0" destOrd="0" presId="urn:microsoft.com/office/officeart/2018/2/layout/IconVerticalSolidList"/>
    <dgm:cxn modelId="{4EA6C0BF-4A05-4F62-8E78-751E3B5661AA}" type="presOf" srcId="{AB7BB1CF-FEE2-41C6-9127-47A6A4D1D60E}" destId="{C17CA345-4603-4EBE-B2C3-B7D28F00EB22}" srcOrd="0" destOrd="0" presId="urn:microsoft.com/office/officeart/2018/2/layout/IconVerticalSolidList"/>
    <dgm:cxn modelId="{71967BCA-8AC7-450B-B826-2D11134EB72C}" srcId="{298BF5CA-026A-4C4A-8FBD-39510499F4B9}" destId="{AB7BB1CF-FEE2-41C6-9127-47A6A4D1D60E}" srcOrd="0" destOrd="0" parTransId="{D7637F74-BD4F-4B1D-8DCB-10FF95515778}" sibTransId="{3DC178BB-17AF-4E63-AC67-972225CE6986}"/>
    <dgm:cxn modelId="{BD9DBEEB-BADB-436E-ADA9-DFD9ECC0F1AA}" type="presOf" srcId="{298BF5CA-026A-4C4A-8FBD-39510499F4B9}" destId="{DD797486-C80D-46CC-B9D7-48CB33B5BDCA}" srcOrd="0" destOrd="0" presId="urn:microsoft.com/office/officeart/2018/2/layout/IconVerticalSolidList"/>
    <dgm:cxn modelId="{503A656F-7CA9-48CB-92E5-509B38D19AD2}" type="presParOf" srcId="{DD797486-C80D-46CC-B9D7-48CB33B5BDCA}" destId="{87326600-9D9F-47B2-A1BF-B116EFA4A842}" srcOrd="0" destOrd="0" presId="urn:microsoft.com/office/officeart/2018/2/layout/IconVerticalSolidList"/>
    <dgm:cxn modelId="{976F0704-FDB8-4F68-B271-50D3E1E8EA10}" type="presParOf" srcId="{87326600-9D9F-47B2-A1BF-B116EFA4A842}" destId="{1DFEE864-AC7D-4705-8DF6-AF1484DB0183}" srcOrd="0" destOrd="0" presId="urn:microsoft.com/office/officeart/2018/2/layout/IconVerticalSolidList"/>
    <dgm:cxn modelId="{25DD03ED-4578-48A5-9FD4-DA37129D6185}" type="presParOf" srcId="{87326600-9D9F-47B2-A1BF-B116EFA4A842}" destId="{8857E13B-3EF9-4757-9B39-A9E803BF8747}" srcOrd="1" destOrd="0" presId="urn:microsoft.com/office/officeart/2018/2/layout/IconVerticalSolidList"/>
    <dgm:cxn modelId="{0FC4B665-40E5-4842-B67B-E69C4E1B6604}" type="presParOf" srcId="{87326600-9D9F-47B2-A1BF-B116EFA4A842}" destId="{7F79F8CA-7D7D-45D5-80F3-8FEE17015690}" srcOrd="2" destOrd="0" presId="urn:microsoft.com/office/officeart/2018/2/layout/IconVerticalSolidList"/>
    <dgm:cxn modelId="{A4A4DE3B-FB7D-4B3A-AD78-60C4C6FF0D2A}" type="presParOf" srcId="{87326600-9D9F-47B2-A1BF-B116EFA4A842}" destId="{C17CA345-4603-4EBE-B2C3-B7D28F00EB22}" srcOrd="3" destOrd="0" presId="urn:microsoft.com/office/officeart/2018/2/layout/IconVerticalSolidList"/>
    <dgm:cxn modelId="{EDE92BF7-D9B6-49B9-A810-4DF3CCF252CB}" type="presParOf" srcId="{DD797486-C80D-46CC-B9D7-48CB33B5BDCA}" destId="{D3399CE9-FA54-4BFC-B731-2AB65941A9F5}" srcOrd="1" destOrd="0" presId="urn:microsoft.com/office/officeart/2018/2/layout/IconVerticalSolidList"/>
    <dgm:cxn modelId="{D36CB782-45CA-436C-8FCA-0D9B2C39216C}" type="presParOf" srcId="{DD797486-C80D-46CC-B9D7-48CB33B5BDCA}" destId="{1C51C01D-B323-4791-806D-397DA7081343}" srcOrd="2" destOrd="0" presId="urn:microsoft.com/office/officeart/2018/2/layout/IconVerticalSolidList"/>
    <dgm:cxn modelId="{09FB18D6-38E8-4187-9F03-C58FA3E2FE42}" type="presParOf" srcId="{1C51C01D-B323-4791-806D-397DA7081343}" destId="{7421D09D-770C-4F22-BF8A-51A856A48E74}" srcOrd="0" destOrd="0" presId="urn:microsoft.com/office/officeart/2018/2/layout/IconVerticalSolidList"/>
    <dgm:cxn modelId="{FC74B7E9-C5E0-407A-8D7F-AB7E8E979206}" type="presParOf" srcId="{1C51C01D-B323-4791-806D-397DA7081343}" destId="{EFBC3D30-98BF-4B05-856D-846391CD9E55}" srcOrd="1" destOrd="0" presId="urn:microsoft.com/office/officeart/2018/2/layout/IconVerticalSolidList"/>
    <dgm:cxn modelId="{492D4310-F314-41FB-AC1A-231081D56902}" type="presParOf" srcId="{1C51C01D-B323-4791-806D-397DA7081343}" destId="{D6398E1D-0C62-4FEC-BD31-53F0110F9726}" srcOrd="2" destOrd="0" presId="urn:microsoft.com/office/officeart/2018/2/layout/IconVerticalSolidList"/>
    <dgm:cxn modelId="{D2D37D66-07E5-4193-A7A1-D85ACE1ACE0A}" type="presParOf" srcId="{1C51C01D-B323-4791-806D-397DA7081343}" destId="{BB7435A7-97F1-4C8D-A3D0-9F7772E0A00D}" srcOrd="3" destOrd="0" presId="urn:microsoft.com/office/officeart/2018/2/layout/IconVerticalSolidList"/>
    <dgm:cxn modelId="{4A5F012D-C1E0-4FC1-8857-6849AE8B2196}" type="presParOf" srcId="{DD797486-C80D-46CC-B9D7-48CB33B5BDCA}" destId="{3D0A3479-930D-4DD9-B7F5-FB47579C8C4F}" srcOrd="3" destOrd="0" presId="urn:microsoft.com/office/officeart/2018/2/layout/IconVerticalSolidList"/>
    <dgm:cxn modelId="{ECAD79E5-6BB7-4385-9885-868353774330}" type="presParOf" srcId="{DD797486-C80D-46CC-B9D7-48CB33B5BDCA}" destId="{5DF401D1-2723-41D7-8BD0-0996ADFA369B}" srcOrd="4" destOrd="0" presId="urn:microsoft.com/office/officeart/2018/2/layout/IconVerticalSolidList"/>
    <dgm:cxn modelId="{B1954D58-09DF-4CDE-A0D8-A0137BD4702C}" type="presParOf" srcId="{5DF401D1-2723-41D7-8BD0-0996ADFA369B}" destId="{A77C85DB-FEF4-4D37-9F86-D3495FDE8B14}" srcOrd="0" destOrd="0" presId="urn:microsoft.com/office/officeart/2018/2/layout/IconVerticalSolidList"/>
    <dgm:cxn modelId="{4D8F06F8-94AC-4E0B-B8E3-CDDAEE66BDAA}" type="presParOf" srcId="{5DF401D1-2723-41D7-8BD0-0996ADFA369B}" destId="{B1DD3873-4AFF-4FE9-A49D-4CB18C323261}" srcOrd="1" destOrd="0" presId="urn:microsoft.com/office/officeart/2018/2/layout/IconVerticalSolidList"/>
    <dgm:cxn modelId="{B2764726-1FDB-4B43-A58A-136CB700D21E}" type="presParOf" srcId="{5DF401D1-2723-41D7-8BD0-0996ADFA369B}" destId="{CD9D524E-A618-4CB5-830D-8929B9A377F5}" srcOrd="2" destOrd="0" presId="urn:microsoft.com/office/officeart/2018/2/layout/IconVerticalSolidList"/>
    <dgm:cxn modelId="{3E97C911-ABD2-41BD-B674-5D35B4DC0955}" type="presParOf" srcId="{5DF401D1-2723-41D7-8BD0-0996ADFA369B}" destId="{54D6AB02-D79D-47AE-9583-2994DE172C38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FEE864-AC7D-4705-8DF6-AF1484DB0183}">
      <dsp:nvSpPr>
        <dsp:cNvPr id="0" name=""/>
        <dsp:cNvSpPr/>
      </dsp:nvSpPr>
      <dsp:spPr>
        <a:xfrm>
          <a:off x="0" y="535"/>
          <a:ext cx="11402568" cy="1253728"/>
        </a:xfrm>
        <a:prstGeom prst="roundRect">
          <a:avLst>
            <a:gd name="adj" fmla="val 10000"/>
          </a:avLst>
        </a:prstGeom>
        <a:solidFill>
          <a:srgbClr val="0B0C12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57E13B-3EF9-4757-9B39-A9E803BF8747}">
      <dsp:nvSpPr>
        <dsp:cNvPr id="0" name=""/>
        <dsp:cNvSpPr/>
      </dsp:nvSpPr>
      <dsp:spPr>
        <a:xfrm>
          <a:off x="379252" y="28262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bg2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17CA345-4603-4EBE-B2C3-B7D28F00EB22}">
      <dsp:nvSpPr>
        <dsp:cNvPr id="0" name=""/>
        <dsp:cNvSpPr/>
      </dsp:nvSpPr>
      <dsp:spPr>
        <a:xfrm>
          <a:off x="1448055" y="535"/>
          <a:ext cx="9954512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solidFill>
                <a:schemeClr val="tx1"/>
              </a:solidFill>
            </a:rPr>
            <a:t>FOLLOW ANYTHING: choose your favorite tv shows, movies, video games, and more and keep up to date with all new releases with ease</a:t>
          </a:r>
        </a:p>
      </dsp:txBody>
      <dsp:txXfrm>
        <a:off x="1448055" y="535"/>
        <a:ext cx="9954512" cy="1253728"/>
      </dsp:txXfrm>
    </dsp:sp>
    <dsp:sp modelId="{7421D09D-770C-4F22-BF8A-51A856A48E74}">
      <dsp:nvSpPr>
        <dsp:cNvPr id="0" name=""/>
        <dsp:cNvSpPr/>
      </dsp:nvSpPr>
      <dsp:spPr>
        <a:xfrm>
          <a:off x="0" y="1567695"/>
          <a:ext cx="11402568" cy="1253728"/>
        </a:xfrm>
        <a:prstGeom prst="roundRect">
          <a:avLst>
            <a:gd name="adj" fmla="val 10000"/>
          </a:avLst>
        </a:prstGeom>
        <a:solidFill>
          <a:srgbClr val="0B0C12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BC3D30-98BF-4B05-856D-846391CD9E55}">
      <dsp:nvSpPr>
        <dsp:cNvPr id="0" name=""/>
        <dsp:cNvSpPr/>
      </dsp:nvSpPr>
      <dsp:spPr>
        <a:xfrm>
          <a:off x="379252" y="184978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bg2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7435A7-97F1-4C8D-A3D0-9F7772E0A00D}">
      <dsp:nvSpPr>
        <dsp:cNvPr id="0" name=""/>
        <dsp:cNvSpPr/>
      </dsp:nvSpPr>
      <dsp:spPr>
        <a:xfrm>
          <a:off x="1448055" y="1567695"/>
          <a:ext cx="9954512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solidFill>
                <a:schemeClr val="tx1"/>
              </a:solidFill>
            </a:rPr>
            <a:t>DISCOVER MORE: explore to see what’s new, or something you may have missed from years ago</a:t>
          </a:r>
        </a:p>
      </dsp:txBody>
      <dsp:txXfrm>
        <a:off x="1448055" y="1567695"/>
        <a:ext cx="9954512" cy="1253728"/>
      </dsp:txXfrm>
    </dsp:sp>
    <dsp:sp modelId="{A77C85DB-FEF4-4D37-9F86-D3495FDE8B14}">
      <dsp:nvSpPr>
        <dsp:cNvPr id="0" name=""/>
        <dsp:cNvSpPr/>
      </dsp:nvSpPr>
      <dsp:spPr>
        <a:xfrm>
          <a:off x="0" y="3134856"/>
          <a:ext cx="11402568" cy="1253728"/>
        </a:xfrm>
        <a:prstGeom prst="roundRect">
          <a:avLst>
            <a:gd name="adj" fmla="val 10000"/>
          </a:avLst>
        </a:prstGeom>
        <a:solidFill>
          <a:srgbClr val="0B0C12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DD3873-4AFF-4FE9-A49D-4CB18C323261}">
      <dsp:nvSpPr>
        <dsp:cNvPr id="0" name=""/>
        <dsp:cNvSpPr/>
      </dsp:nvSpPr>
      <dsp:spPr>
        <a:xfrm>
          <a:off x="379252" y="341694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solidFill>
            <a:schemeClr val="bg2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D6AB02-D79D-47AE-9583-2994DE172C38}">
      <dsp:nvSpPr>
        <dsp:cNvPr id="0" name=""/>
        <dsp:cNvSpPr/>
      </dsp:nvSpPr>
      <dsp:spPr>
        <a:xfrm>
          <a:off x="1448055" y="3134856"/>
          <a:ext cx="9954512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solidFill>
                <a:schemeClr val="tx1"/>
              </a:solidFill>
            </a:rPr>
            <a:t>FORM YOUR DUGOUT: add any items to your watchlist and line up what you looking to do next</a:t>
          </a:r>
        </a:p>
      </dsp:txBody>
      <dsp:txXfrm>
        <a:off x="1448055" y="3134856"/>
        <a:ext cx="9954512" cy="125372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46FE89-E818-47F4-8451-E5577C95B5C1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31CC50-A15D-4751-811F-4D8ADDBE43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9079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primarily social platforms focused on one specific niche. None can simply and effectively track upcoming and past releases across their individual media 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1CC50-A15D-4751-811F-4D8ADDBE430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3441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9" y="-1"/>
            <a:ext cx="1219200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7DA815B-BFAB-3E8D-D7E1-E7F9DE0A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6857999"/>
          </a:xfrm>
          <a:gradFill>
            <a:gsLst>
              <a:gs pos="86000">
                <a:schemeClr val="accent4">
                  <a:lumMod val="50000"/>
                  <a:alpha val="95000"/>
                </a:schemeClr>
              </a:gs>
              <a:gs pos="100000">
                <a:schemeClr val="bg2">
                  <a:alpha val="90000"/>
                </a:schemeClr>
              </a:gs>
              <a:gs pos="42000">
                <a:srgbClr val="161824">
                  <a:alpha val="20000"/>
                </a:srgbClr>
              </a:gs>
              <a:gs pos="18000">
                <a:schemeClr val="bg2">
                  <a:lumMod val="90000"/>
                  <a:lumOff val="10000"/>
                  <a:alpha val="0"/>
                </a:schemeClr>
              </a:gs>
            </a:gsLst>
            <a:lin ang="11400000" scaled="0"/>
          </a:gradFill>
        </p:spPr>
        <p:txBody>
          <a:bodyPr lIns="365760" tIns="822960" rIns="914400" bIns="2286000"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57758407-B9B8-FC90-BBF1-B9013F196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401889"/>
            <a:ext cx="6096000" cy="4456112"/>
          </a:xfrm>
          <a:gradFill>
            <a:gsLst>
              <a:gs pos="35000">
                <a:schemeClr val="bg2">
                  <a:alpha val="32000"/>
                </a:schemeClr>
              </a:gs>
              <a:gs pos="56000">
                <a:schemeClr val="accent6">
                  <a:alpha val="0"/>
                </a:schemeClr>
              </a:gs>
              <a:gs pos="8000">
                <a:schemeClr val="bg2"/>
              </a:gs>
              <a:gs pos="22000">
                <a:schemeClr val="bg2">
                  <a:alpha val="67000"/>
                </a:schemeClr>
              </a:gs>
            </a:gsLst>
            <a:path path="circle">
              <a:fillToRect t="100000" r="100000"/>
            </a:path>
          </a:gradFill>
        </p:spPr>
        <p:txBody>
          <a:bodyPr vert="horz" lIns="393192" tIns="457200" rIns="27432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03BE6F4-76AC-1913-6858-8449FC30A2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A959F0E-1234-A029-DD14-0642D14575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2107F04-5566-3CCB-8B23-B8B3ECBA545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444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22282"/>
            <a:ext cx="9830017" cy="731520"/>
          </a:xfrm>
        </p:spPr>
        <p:txBody>
          <a:bodyPr anchor="b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" y="2011680"/>
            <a:ext cx="11402568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14132CA-3777-075A-ECC4-B9DEFA9B3CEB}"/>
              </a:ext>
            </a:extLst>
          </p:cNvPr>
          <p:cNvCxnSpPr>
            <a:cxnSpLocks/>
          </p:cNvCxnSpPr>
          <p:nvPr/>
        </p:nvCxnSpPr>
        <p:spPr>
          <a:xfrm flipH="1">
            <a:off x="394716" y="1704836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7734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blipFill>
            <a:blip r:embed="rId2">
              <a:alphaModFix amt="70000"/>
            </a:blip>
            <a:stretch>
              <a:fillRect l="-2" t="-1" b="-19091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35AE1E4-9BA4-415B-370F-31BCBBC95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-1"/>
            <a:ext cx="6096000" cy="6857999"/>
          </a:xfrm>
          <a:gradFill>
            <a:gsLst>
              <a:gs pos="100000">
                <a:schemeClr val="bg2">
                  <a:alpha val="90000"/>
                </a:schemeClr>
              </a:gs>
              <a:gs pos="34000">
                <a:srgbClr val="061F7B">
                  <a:alpha val="5000"/>
                  <a:lumMod val="74000"/>
                </a:srgbClr>
              </a:gs>
              <a:gs pos="15000">
                <a:schemeClr val="accent1">
                  <a:lumMod val="75000"/>
                  <a:alpha val="0"/>
                </a:schemeClr>
              </a:gs>
            </a:gsLst>
            <a:lin ang="600000" scaled="0"/>
          </a:gradFill>
          <a:ln>
            <a:solidFill>
              <a:schemeClr val="tx1"/>
            </a:solidFill>
          </a:ln>
        </p:spPr>
        <p:txBody>
          <a:bodyPr lIns="1600200" tIns="822960" rIns="274320" bIns="457200" anchor="t"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54B625A-114F-C2DE-F195-EF26EC052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2306" y="4231338"/>
            <a:ext cx="7189694" cy="2626661"/>
          </a:xfrm>
          <a:gradFill>
            <a:gsLst>
              <a:gs pos="63000">
                <a:schemeClr val="accent5">
                  <a:lumMod val="75000"/>
                  <a:alpha val="0"/>
                </a:schemeClr>
              </a:gs>
              <a:gs pos="100000">
                <a:schemeClr val="accent3">
                  <a:lumMod val="60000"/>
                  <a:lumOff val="40000"/>
                  <a:alpha val="69000"/>
                </a:schemeClr>
              </a:gs>
              <a:gs pos="13000">
                <a:schemeClr val="bg2">
                  <a:alpha val="0"/>
                </a:schemeClr>
              </a:gs>
            </a:gsLst>
            <a:lin ang="4200000" scaled="0"/>
          </a:gradFill>
        </p:spPr>
        <p:txBody>
          <a:bodyPr vert="horz" lIns="2743200" tIns="640080" rIns="45720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00" y="210312"/>
            <a:ext cx="1473201" cy="365760"/>
          </a:xfrm>
        </p:spPr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9164921" y="210312"/>
            <a:ext cx="2181351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47711" y="210312"/>
            <a:ext cx="448805" cy="365760"/>
          </a:xfrm>
        </p:spPr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6304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A70A2D-6A6F-D8FD-B860-1F184E1B5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133214"/>
            <a:ext cx="11631478" cy="1825674"/>
          </a:xfrm>
        </p:spPr>
        <p:txBody>
          <a:bodyPr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95EA3D9-98A4-3891-668D-DF99CC18D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1" y="5351226"/>
            <a:ext cx="7235954" cy="771276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4E1D7382-6629-2CE5-9CD1-12C42772E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4D3FCD7-2C92-02D9-B65F-03119FF69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825B394-7F27-6399-8BDB-45CADE4F4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514160-DA6E-9655-9294-6538F297B73D}"/>
              </a:ext>
            </a:extLst>
          </p:cNvPr>
          <p:cNvSpPr/>
          <p:nvPr/>
        </p:nvSpPr>
        <p:spPr>
          <a:xfrm rot="10800000">
            <a:off x="0" y="3432121"/>
            <a:ext cx="12192000" cy="1825033"/>
          </a:xfrm>
          <a:prstGeom prst="rect">
            <a:avLst/>
          </a:prstGeom>
          <a:gradFill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EC29EB-3E43-F1FF-EB6B-9F5C908FFCC8}"/>
              </a:ext>
            </a:extLst>
          </p:cNvPr>
          <p:cNvSpPr/>
          <p:nvPr/>
        </p:nvSpPr>
        <p:spPr>
          <a:xfrm rot="16200000" flipH="1">
            <a:off x="5938634" y="-996853"/>
            <a:ext cx="1825034" cy="10681699"/>
          </a:xfrm>
          <a:prstGeom prst="rect">
            <a:avLst/>
          </a:prstGeom>
          <a:gradFill>
            <a:gsLst>
              <a:gs pos="56000">
                <a:schemeClr val="bg1">
                  <a:alpha val="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9482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-367222" y="367225"/>
            <a:ext cx="6866356" cy="6131909"/>
          </a:xfrm>
          <a:prstGeom prst="rect">
            <a:avLst/>
          </a:prstGeom>
          <a:gradFill>
            <a:gsLst>
              <a:gs pos="13000">
                <a:schemeClr val="accent2"/>
              </a:gs>
              <a:gs pos="60000">
                <a:schemeClr val="bg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rot="5400000" flipV="1">
            <a:off x="-1977949" y="2307330"/>
            <a:ext cx="6528619" cy="257271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42000">
                <a:schemeClr val="bg2"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AFF5B4-F60C-7639-0259-DAA1F9833429}"/>
              </a:ext>
            </a:extLst>
          </p:cNvPr>
          <p:cNvSpPr/>
          <p:nvPr/>
        </p:nvSpPr>
        <p:spPr>
          <a:xfrm rot="10800000">
            <a:off x="1" y="4216109"/>
            <a:ext cx="8887299" cy="2644533"/>
          </a:xfrm>
          <a:prstGeom prst="rect">
            <a:avLst/>
          </a:prstGeom>
          <a:gradFill>
            <a:gsLst>
              <a:gs pos="0">
                <a:schemeClr val="accent3">
                  <a:lumMod val="60000"/>
                  <a:lumOff val="40000"/>
                </a:schemeClr>
              </a:gs>
              <a:gs pos="49000">
                <a:schemeClr val="accent4">
                  <a:lumMod val="75000"/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8499" y="952500"/>
            <a:ext cx="8887299" cy="5636798"/>
          </a:xfrm>
        </p:spPr>
        <p:txBody>
          <a:bodyPr anchor="b">
            <a:normAutofit/>
          </a:bodyPr>
          <a:lstStyle>
            <a:lvl1pPr algn="r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CA76BF-5E58-9143-643F-6B06864B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6C9F8B-DAAC-4FD9-5257-842E1B079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EF8E261-B260-D169-5279-F4153543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212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>
            <a:off x="28450" y="0"/>
            <a:ext cx="7600185" cy="6858000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0" y="3409447"/>
            <a:ext cx="7609635" cy="3448553"/>
          </a:xfrm>
          <a:prstGeom prst="rect">
            <a:avLst/>
          </a:prstGeom>
          <a:gradFill>
            <a:gsLst>
              <a:gs pos="0">
                <a:schemeClr val="accent2"/>
              </a:gs>
              <a:gs pos="45000">
                <a:schemeClr val="bg2">
                  <a:alpha val="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F5B7E4-5668-20C3-5FFF-AA7F08736507}"/>
              </a:ext>
            </a:extLst>
          </p:cNvPr>
          <p:cNvSpPr/>
          <p:nvPr/>
        </p:nvSpPr>
        <p:spPr>
          <a:xfrm rot="16200000">
            <a:off x="394816" y="-375817"/>
            <a:ext cx="6858000" cy="7609635"/>
          </a:xfrm>
          <a:prstGeom prst="rect">
            <a:avLst/>
          </a:prstGeom>
          <a:gradFill>
            <a:gsLst>
              <a:gs pos="0">
                <a:schemeClr val="tx1"/>
              </a:gs>
              <a:gs pos="18000">
                <a:schemeClr val="accent3">
                  <a:lumMod val="60000"/>
                  <a:lumOff val="40000"/>
                  <a:alpha val="72000"/>
                </a:schemeClr>
              </a:gs>
              <a:gs pos="56000">
                <a:schemeClr val="accent1">
                  <a:lumMod val="50000"/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8344FF-8882-8B2E-4777-40771425C01A}"/>
              </a:ext>
            </a:extLst>
          </p:cNvPr>
          <p:cNvSpPr/>
          <p:nvPr/>
        </p:nvSpPr>
        <p:spPr>
          <a:xfrm rot="16200000">
            <a:off x="1188613" y="417977"/>
            <a:ext cx="5518112" cy="7361933"/>
          </a:xfrm>
          <a:prstGeom prst="rect">
            <a:avLst/>
          </a:prstGeom>
          <a:gradFill flip="none" rotWithShape="1">
            <a:gsLst>
              <a:gs pos="24000">
                <a:schemeClr val="bg2">
                  <a:alpha val="0"/>
                </a:schemeClr>
              </a:gs>
              <a:gs pos="45000">
                <a:schemeClr val="bg2">
                  <a:alpha val="82000"/>
                </a:schemeClr>
              </a:gs>
              <a:gs pos="67000">
                <a:schemeClr val="bg1">
                  <a:alpha val="0"/>
                </a:schemeClr>
              </a:gs>
            </a:gsLst>
            <a:lin ang="12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F9BCED7-6A0B-12F0-730B-5623879C9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2" y="1714498"/>
            <a:ext cx="4960617" cy="4722876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E14FBD3E-3A09-5EF4-6941-FFF3E03D539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62D8C0B-F931-385E-61C9-0E7226053F0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909368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7E96BDD-FAA3-3ABD-453F-3A62D97801B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52232" y="1246951"/>
            <a:ext cx="3404277" cy="4923185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086C0A-2B9C-7A1D-5F77-AF7402CC1F84}"/>
              </a:ext>
            </a:extLst>
          </p:cNvPr>
          <p:cNvCxnSpPr>
            <a:cxnSpLocks/>
          </p:cNvCxnSpPr>
          <p:nvPr/>
        </p:nvCxnSpPr>
        <p:spPr>
          <a:xfrm flipH="1">
            <a:off x="8002560" y="762000"/>
            <a:ext cx="3840480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6231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84410D4-C581-C48F-5E1D-E93DA884342F}"/>
              </a:ext>
            </a:extLst>
          </p:cNvPr>
          <p:cNvSpPr/>
          <p:nvPr/>
        </p:nvSpPr>
        <p:spPr>
          <a:xfrm rot="10800000">
            <a:off x="14619" y="-2"/>
            <a:ext cx="12177379" cy="4492404"/>
          </a:xfrm>
          <a:prstGeom prst="rect">
            <a:avLst/>
          </a:prstGeom>
          <a:gradFill flip="none" rotWithShape="1">
            <a:gsLst>
              <a:gs pos="33000">
                <a:schemeClr val="bg2">
                  <a:alpha val="0"/>
                </a:schemeClr>
              </a:gs>
              <a:gs pos="82000">
                <a:schemeClr val="accent1">
                  <a:lumMod val="50000"/>
                  <a:alpha val="44000"/>
                </a:schemeClr>
              </a:gs>
              <a:gs pos="100000">
                <a:schemeClr val="accent3">
                  <a:lumMod val="60000"/>
                  <a:lumOff val="40000"/>
                  <a:alpha val="9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723903" y="1161955"/>
            <a:ext cx="11468097" cy="3330447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27000">
                <a:schemeClr val="bg2">
                  <a:alpha val="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 rot="10800000">
            <a:off x="-14621" y="-7466"/>
            <a:ext cx="6110621" cy="2500409"/>
          </a:xfrm>
          <a:prstGeom prst="rect">
            <a:avLst/>
          </a:prstGeom>
          <a:gradFill flip="none" rotWithShape="1"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4D63E47-B71F-605F-2462-F6F2ED4F1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468924"/>
            <a:ext cx="5096176" cy="2461308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19100" y="210114"/>
            <a:ext cx="2064089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477000" y="210114"/>
            <a:ext cx="3251508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87383" y="1161955"/>
            <a:ext cx="4158158" cy="2768278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9B8CAF0-3749-D1CF-0FDA-20F4B5EE986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4492402"/>
            <a:ext cx="12192000" cy="2365597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685400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28AA25-2696-95B5-3DD1-1DDCE335B96E}"/>
              </a:ext>
            </a:extLst>
          </p:cNvPr>
          <p:cNvSpPr/>
          <p:nvPr/>
        </p:nvSpPr>
        <p:spPr>
          <a:xfrm>
            <a:off x="0" y="0"/>
            <a:ext cx="12192000" cy="6869579"/>
          </a:xfrm>
          <a:prstGeom prst="rect">
            <a:avLst/>
          </a:prstGeom>
          <a:gradFill flip="none" rotWithShape="1">
            <a:gsLst>
              <a:gs pos="23000">
                <a:schemeClr val="bg2">
                  <a:alpha val="0"/>
                </a:schemeClr>
              </a:gs>
              <a:gs pos="61000">
                <a:schemeClr val="accent1">
                  <a:lumMod val="50000"/>
                  <a:alpha val="5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8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6450F3-50BF-885C-FD60-BACC77C3F1E0}"/>
              </a:ext>
            </a:extLst>
          </p:cNvPr>
          <p:cNvSpPr/>
          <p:nvPr/>
        </p:nvSpPr>
        <p:spPr>
          <a:xfrm flipH="1" flipV="1">
            <a:off x="0" y="1727456"/>
            <a:ext cx="12192001" cy="5130541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45000">
                <a:schemeClr val="bg2"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53C05B-A90A-250E-CBC3-E741A87656D9}"/>
              </a:ext>
            </a:extLst>
          </p:cNvPr>
          <p:cNvSpPr/>
          <p:nvPr/>
        </p:nvSpPr>
        <p:spPr>
          <a:xfrm rot="5400000">
            <a:off x="4285048" y="-1037373"/>
            <a:ext cx="6869579" cy="8944324"/>
          </a:xfrm>
          <a:prstGeom prst="rect">
            <a:avLst/>
          </a:prstGeom>
          <a:gradFill flip="none" rotWithShape="1">
            <a:gsLst>
              <a:gs pos="60000">
                <a:schemeClr val="accent5">
                  <a:alpha val="0"/>
                </a:schemeClr>
              </a:gs>
              <a:gs pos="94000">
                <a:schemeClr val="accent3">
                  <a:lumMod val="20000"/>
                  <a:lumOff val="8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B1BC43-B272-D419-E8BB-6EFDB7CB6DE6}"/>
              </a:ext>
            </a:extLst>
          </p:cNvPr>
          <p:cNvSpPr/>
          <p:nvPr/>
        </p:nvSpPr>
        <p:spPr>
          <a:xfrm rot="16200000">
            <a:off x="3586718" y="-681705"/>
            <a:ext cx="6783165" cy="8296238"/>
          </a:xfrm>
          <a:prstGeom prst="rect">
            <a:avLst/>
          </a:prstGeom>
          <a:gradFill flip="none" rotWithShape="1">
            <a:gsLst>
              <a:gs pos="26000">
                <a:schemeClr val="bg2"/>
              </a:gs>
              <a:gs pos="73000">
                <a:schemeClr val="bg2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9B18E3-016A-6508-4AB9-C1B35F40CE8C}"/>
              </a:ext>
            </a:extLst>
          </p:cNvPr>
          <p:cNvCxnSpPr>
            <a:cxnSpLocks/>
          </p:cNvCxnSpPr>
          <p:nvPr/>
        </p:nvCxnSpPr>
        <p:spPr>
          <a:xfrm flipH="1">
            <a:off x="394716" y="6101080"/>
            <a:ext cx="11402568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44A4757-EA69-EF77-262C-A183AC218312}"/>
              </a:ext>
            </a:extLst>
          </p:cNvPr>
          <p:cNvSpPr/>
          <p:nvPr/>
        </p:nvSpPr>
        <p:spPr>
          <a:xfrm rot="10800000">
            <a:off x="0" y="1"/>
            <a:ext cx="12192000" cy="5281424"/>
          </a:xfrm>
          <a:prstGeom prst="rect">
            <a:avLst/>
          </a:prstGeom>
          <a:gradFill flip="none" rotWithShape="1">
            <a:gsLst>
              <a:gs pos="52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1" y="914400"/>
            <a:ext cx="7498080" cy="2621280"/>
          </a:xfrm>
        </p:spPr>
        <p:txBody>
          <a:bodyPr anchor="b">
            <a:normAutofit/>
          </a:bodyPr>
          <a:lstStyle>
            <a:lvl1pPr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F3AD86-30C4-61DF-3300-53A4A4BB6D4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ED380-F3FA-F88A-4719-014588A2E1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8F7C8-EA2A-EA2C-5113-86B95AACB17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1" y="3901440"/>
            <a:ext cx="7498080" cy="18288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33544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B42C01-B12A-AF17-D0E9-403E14D1D1A7}"/>
              </a:ext>
            </a:extLst>
          </p:cNvPr>
          <p:cNvSpPr/>
          <p:nvPr/>
        </p:nvSpPr>
        <p:spPr>
          <a:xfrm rot="10800000" flipH="1">
            <a:off x="391802" y="773848"/>
            <a:ext cx="11800198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5">
                  <a:lumMod val="75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4AA29D-41E7-06F1-DA88-95401F827C71}"/>
              </a:ext>
            </a:extLst>
          </p:cNvPr>
          <p:cNvSpPr/>
          <p:nvPr/>
        </p:nvSpPr>
        <p:spPr>
          <a:xfrm rot="10800000" flipH="1">
            <a:off x="0" y="773847"/>
            <a:ext cx="11026588" cy="1634270"/>
          </a:xfrm>
          <a:prstGeom prst="rect">
            <a:avLst/>
          </a:prstGeom>
          <a:gradFill flip="none" rotWithShape="1">
            <a:gsLst>
              <a:gs pos="575">
                <a:schemeClr val="accent2"/>
              </a:gs>
              <a:gs pos="3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900" y="1918144"/>
            <a:ext cx="2939186" cy="209681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4000" y="210114"/>
            <a:ext cx="2939491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4000" y="1918145"/>
            <a:ext cx="4991100" cy="4133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05873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500"/>
            <a:ext cx="3332784" cy="158191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5986"/>
            <a:ext cx="1097280" cy="365760"/>
          </a:xfrm>
        </p:spPr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494378" y="207291"/>
            <a:ext cx="1639372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3140760" y="210114"/>
            <a:ext cx="493776" cy="365760"/>
          </a:xfrm>
        </p:spPr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3099816"/>
            <a:ext cx="3332784" cy="305409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52900" y="0"/>
            <a:ext cx="80391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942C55-3382-C50D-76EB-793EA21DA34F}"/>
              </a:ext>
            </a:extLst>
          </p:cNvPr>
          <p:cNvCxnSpPr>
            <a:cxnSpLocks/>
          </p:cNvCxnSpPr>
          <p:nvPr/>
        </p:nvCxnSpPr>
        <p:spPr>
          <a:xfrm flipH="1">
            <a:off x="397288" y="2811277"/>
            <a:ext cx="324613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182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4282051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386407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4282051"/>
            <a:ext cx="7010399" cy="1532976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1752" y="6263640"/>
            <a:ext cx="1759288" cy="365760"/>
          </a:xfrm>
        </p:spPr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6263640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00323" y="6263640"/>
            <a:ext cx="605475" cy="365760"/>
          </a:xfrm>
        </p:spPr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192296-0A21-2685-A792-B2723855E5B3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80001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0E9D96-CB28-0F2C-BBB9-CE51B3EEBF53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984" y="955810"/>
            <a:ext cx="4114800" cy="124405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695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7469431" y="210114"/>
            <a:ext cx="1485900" cy="365760"/>
          </a:xfrm>
        </p:spPr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9376096" y="210114"/>
            <a:ext cx="186046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491984" y="2791033"/>
            <a:ext cx="4114800" cy="33832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E9AF0A0-5001-F380-4488-B02AB3C79B31}"/>
              </a:ext>
            </a:extLst>
          </p:cNvPr>
          <p:cNvCxnSpPr>
            <a:cxnSpLocks/>
          </p:cNvCxnSpPr>
          <p:nvPr/>
        </p:nvCxnSpPr>
        <p:spPr>
          <a:xfrm flipH="1">
            <a:off x="7595441" y="2475756"/>
            <a:ext cx="4011343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ED0235B-B98B-7313-28E9-8E643CDFF4A6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1886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7686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1017686"/>
            <a:ext cx="7010399" cy="237744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3837709"/>
            <a:ext cx="12192000" cy="3020291"/>
          </a:xfrm>
          <a:blipFill dpi="0" rotWithShape="1">
            <a:blip r:embed="rId2">
              <a:alphaModFix amt="60000"/>
            </a:blip>
            <a:srcRect/>
            <a:stretch>
              <a:fillRect t="-27937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8918190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371600"/>
            <a:ext cx="3474720" cy="228600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57700" y="210114"/>
            <a:ext cx="2859307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7611572" y="210114"/>
            <a:ext cx="605475" cy="365760"/>
          </a:xfrm>
        </p:spPr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57700" y="1371600"/>
            <a:ext cx="3368778" cy="4701943"/>
          </a:xfrm>
        </p:spPr>
        <p:txBody>
          <a:bodyPr rIns="4572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31045" y="0"/>
            <a:ext cx="3460955" cy="686687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750207-6F0E-41F2-98B5-15BCAB2BF9AD}"/>
              </a:ext>
            </a:extLst>
          </p:cNvPr>
          <p:cNvSpPr/>
          <p:nvPr/>
        </p:nvSpPr>
        <p:spPr>
          <a:xfrm flipH="1">
            <a:off x="0" y="4771072"/>
            <a:ext cx="4874661" cy="2095805"/>
          </a:xfrm>
          <a:prstGeom prst="rect">
            <a:avLst/>
          </a:prstGeom>
          <a:gradFill>
            <a:gsLst>
              <a:gs pos="67000">
                <a:schemeClr val="bg2">
                  <a:alpha val="0"/>
                </a:schemeClr>
              </a:gs>
              <a:gs pos="95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1E79A5-CC18-0B38-C9F4-CA5690475280}"/>
              </a:ext>
            </a:extLst>
          </p:cNvPr>
          <p:cNvSpPr/>
          <p:nvPr/>
        </p:nvSpPr>
        <p:spPr>
          <a:xfrm flipH="1">
            <a:off x="-2" y="3852909"/>
            <a:ext cx="2823100" cy="3022846"/>
          </a:xfrm>
          <a:prstGeom prst="rect">
            <a:avLst/>
          </a:prstGeom>
          <a:gradFill flip="none" rotWithShape="1">
            <a:gsLst>
              <a:gs pos="0">
                <a:schemeClr val="tx2">
                  <a:alpha val="50000"/>
                </a:schemeClr>
              </a:gs>
              <a:gs pos="17000">
                <a:schemeClr val="accent6">
                  <a:lumMod val="60000"/>
                  <a:lumOff val="40000"/>
                  <a:alpha val="52000"/>
                </a:schemeClr>
              </a:gs>
              <a:gs pos="58000">
                <a:schemeClr val="bg1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80496BC-B679-515B-9928-2CC91AD7A8A2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7726680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4950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499"/>
            <a:ext cx="6751127" cy="125087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3862"/>
            <a:ext cx="2286000" cy="365760"/>
          </a:xfrm>
        </p:spPr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590800" y="203862"/>
            <a:ext cx="2775003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47336" y="203862"/>
            <a:ext cx="864794" cy="365760"/>
          </a:xfrm>
        </p:spPr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2410518"/>
            <a:ext cx="6755514" cy="38074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620000" y="0"/>
            <a:ext cx="4572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40749-9485-B575-4B2A-075EAA112D08}"/>
              </a:ext>
            </a:extLst>
          </p:cNvPr>
          <p:cNvSpPr/>
          <p:nvPr/>
        </p:nvSpPr>
        <p:spPr>
          <a:xfrm flipH="1">
            <a:off x="0" y="3706098"/>
            <a:ext cx="7620000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6">
                  <a:alpha val="66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E19E54-3987-D72A-629F-B4FB61FCC4E9}"/>
              </a:ext>
            </a:extLst>
          </p:cNvPr>
          <p:cNvSpPr/>
          <p:nvPr/>
        </p:nvSpPr>
        <p:spPr>
          <a:xfrm flipH="1">
            <a:off x="0" y="5597112"/>
            <a:ext cx="7620000" cy="1260888"/>
          </a:xfrm>
          <a:prstGeom prst="rect">
            <a:avLst/>
          </a:prstGeom>
          <a:gradFill flip="none" rotWithShape="1">
            <a:gsLst>
              <a:gs pos="21830">
                <a:schemeClr val="accent1">
                  <a:alpha val="29000"/>
                </a:schemeClr>
              </a:gs>
              <a:gs pos="0">
                <a:schemeClr val="accent5">
                  <a:lumMod val="60000"/>
                  <a:lumOff val="40000"/>
                  <a:alpha val="84000"/>
                </a:schemeClr>
              </a:gs>
              <a:gs pos="5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4DF899-11E5-3A31-4C5A-75E63BA26BC6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6620256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12239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2834639"/>
            <a:ext cx="3014382" cy="29260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DA51E54-3166-19CA-EB55-5DFFB9426CA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17796" y="0"/>
            <a:ext cx="12209796" cy="242009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834640"/>
            <a:ext cx="7200900" cy="29260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None/>
              <a:defRPr sz="1800"/>
            </a:lvl1pPr>
            <a:lvl2pPr marL="514350" indent="-285750">
              <a:buFont typeface="Arial" panose="020B0604020202020204" pitchFamily="34" charset="0"/>
              <a:buNone/>
              <a:defRPr sz="16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200"/>
            </a:lvl4pPr>
            <a:lvl5pPr marL="1085850" indent="-171450">
              <a:buFont typeface="Arial" panose="020B0604020202020204" pitchFamily="34" charset="0"/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6274033"/>
            <a:ext cx="3014382" cy="365760"/>
          </a:xfrm>
        </p:spPr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80560" y="6274033"/>
            <a:ext cx="316230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92840" y="6274033"/>
            <a:ext cx="568917" cy="365760"/>
          </a:xfrm>
        </p:spPr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BDDCA5B-BBAB-ABCD-27B8-D3CD17FD04BC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92840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0934"/>
            <a:ext cx="3507418" cy="1398494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932680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1351" y="2680447"/>
            <a:ext cx="3357819" cy="366208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06EA5C-4A14-95D3-20DF-1EEB607C889B}"/>
              </a:ext>
            </a:extLst>
          </p:cNvPr>
          <p:cNvSpPr/>
          <p:nvPr/>
        </p:nvSpPr>
        <p:spPr>
          <a:xfrm flipH="1">
            <a:off x="2171702" y="5847066"/>
            <a:ext cx="10020298" cy="1010934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76000">
                <a:schemeClr val="accent1">
                  <a:lumMod val="50000"/>
                  <a:alpha val="39000"/>
                </a:schemeClr>
              </a:gs>
              <a:gs pos="100000">
                <a:schemeClr val="accent5">
                  <a:alpha val="68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5652D2-BF56-96CE-426B-26972C38434D}"/>
              </a:ext>
            </a:extLst>
          </p:cNvPr>
          <p:cNvSpPr/>
          <p:nvPr/>
        </p:nvSpPr>
        <p:spPr>
          <a:xfrm rot="16200000" flipH="1">
            <a:off x="7767364" y="2433362"/>
            <a:ext cx="4944033" cy="390523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40000"/>
                </a:schemeClr>
              </a:gs>
              <a:gs pos="32000">
                <a:schemeClr val="bg1">
                  <a:alpha val="0"/>
                </a:schemeClr>
              </a:gs>
            </a:gsLst>
            <a:lin ang="14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CA30D42-B5FE-EAD1-8419-4AD002C32B1F}"/>
              </a:ext>
            </a:extLst>
          </p:cNvPr>
          <p:cNvCxnSpPr>
            <a:cxnSpLocks/>
          </p:cNvCxnSpPr>
          <p:nvPr/>
        </p:nvCxnSpPr>
        <p:spPr>
          <a:xfrm>
            <a:off x="4426824" y="1075765"/>
            <a:ext cx="0" cy="4944035"/>
          </a:xfrm>
          <a:prstGeom prst="line">
            <a:avLst/>
          </a:prstGeom>
          <a:ln w="6350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32679" y="1010932"/>
            <a:ext cx="6492240" cy="52120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86205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9811"/>
            <a:ext cx="3419380" cy="1856553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478969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82390" y="3045041"/>
            <a:ext cx="3338742" cy="329748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78968" y="1019810"/>
            <a:ext cx="7315200" cy="55778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9701310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BF28860-8FEF-73E6-FEDF-176AC5D7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6998" y="4907611"/>
            <a:ext cx="5320285" cy="1438873"/>
          </a:xfrm>
        </p:spPr>
        <p:txBody>
          <a:bodyPr anchor="t"/>
          <a:lstStyle>
            <a:lvl1pPr>
              <a:lnSpc>
                <a:spcPct val="100000"/>
              </a:lnSpc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DE8C0-7863-A0F4-9EFB-60B2F8DD221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E20381-0150-ABDF-3C66-3E77DA79EE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D7FDD-1157-5BB4-4A9F-3F35CE7FF47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B446035-33B1-F0D9-18B1-58E177267E3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638" y="766763"/>
            <a:ext cx="11320462" cy="3489325"/>
          </a:xfrm>
        </p:spPr>
        <p:txBody>
          <a:bodyPr/>
          <a:lstStyle>
            <a:lvl1pPr>
              <a:lnSpc>
                <a:spcPct val="85000"/>
              </a:lnSpc>
              <a:defRPr sz="24000">
                <a:gradFill>
                  <a:gsLst>
                    <a:gs pos="0">
                      <a:schemeClr val="accent6"/>
                    </a:gs>
                    <a:gs pos="46000">
                      <a:schemeClr val="accent1"/>
                    </a:gs>
                    <a:gs pos="100000">
                      <a:schemeClr val="accent3">
                        <a:lumMod val="60000"/>
                        <a:lumOff val="40000"/>
                      </a:schemeClr>
                    </a:gs>
                  </a:gsLst>
                  <a:lin ang="42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F77A56B-CD68-22F4-F473-A2063E81D70D}"/>
              </a:ext>
            </a:extLst>
          </p:cNvPr>
          <p:cNvCxnSpPr>
            <a:cxnSpLocks/>
          </p:cNvCxnSpPr>
          <p:nvPr/>
        </p:nvCxnSpPr>
        <p:spPr>
          <a:xfrm flipH="1">
            <a:off x="394716" y="466224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079468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0BED7B15-76E6-E98E-A0BB-6188FC145CDD}"/>
              </a:ext>
            </a:extLst>
          </p:cNvPr>
          <p:cNvSpPr/>
          <p:nvPr/>
        </p:nvSpPr>
        <p:spPr>
          <a:xfrm rot="10800000" flipH="1">
            <a:off x="-1" y="0"/>
            <a:ext cx="12192002" cy="6858000"/>
          </a:xfrm>
          <a:prstGeom prst="rect">
            <a:avLst/>
          </a:prstGeom>
          <a:gradFill flip="none" rotWithShape="1">
            <a:gsLst>
              <a:gs pos="50000">
                <a:schemeClr val="accent3">
                  <a:lumMod val="60000"/>
                  <a:lumOff val="40000"/>
                  <a:alpha val="75000"/>
                </a:schemeClr>
              </a:gs>
              <a:gs pos="0">
                <a:schemeClr val="accent1">
                  <a:lumMod val="50000"/>
                </a:schemeClr>
              </a:gs>
              <a:gs pos="100000">
                <a:schemeClr val="accent4">
                  <a:lumMod val="50000"/>
                </a:schemeClr>
              </a:gs>
              <a:gs pos="85000">
                <a:schemeClr val="accent2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3602343-A974-BE4B-41E6-58237921FB4D}"/>
              </a:ext>
            </a:extLst>
          </p:cNvPr>
          <p:cNvSpPr/>
          <p:nvPr/>
        </p:nvSpPr>
        <p:spPr>
          <a:xfrm flipH="1">
            <a:off x="3683466" y="0"/>
            <a:ext cx="8508534" cy="6858000"/>
          </a:xfrm>
          <a:prstGeom prst="rect">
            <a:avLst/>
          </a:prstGeom>
          <a:gradFill flip="none" rotWithShape="1">
            <a:gsLst>
              <a:gs pos="6000">
                <a:schemeClr val="accent3">
                  <a:lumMod val="40000"/>
                  <a:lumOff val="60000"/>
                </a:schemeClr>
              </a:gs>
              <a:gs pos="73000">
                <a:schemeClr val="accent3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022E84-7D91-EFA0-CBCA-F9AC98E6181F}"/>
              </a:ext>
            </a:extLst>
          </p:cNvPr>
          <p:cNvSpPr/>
          <p:nvPr/>
        </p:nvSpPr>
        <p:spPr>
          <a:xfrm rot="5400000">
            <a:off x="1670408" y="-1670408"/>
            <a:ext cx="7492544" cy="10833360"/>
          </a:xfrm>
          <a:prstGeom prst="rect">
            <a:avLst/>
          </a:prstGeom>
          <a:gradFill flip="none" rotWithShape="1">
            <a:gsLst>
              <a:gs pos="58000">
                <a:schemeClr val="accent2">
                  <a:alpha val="0"/>
                </a:schemeClr>
              </a:gs>
              <a:gs pos="98000">
                <a:schemeClr val="accent6">
                  <a:lumMod val="75000"/>
                </a:schemeClr>
              </a:gs>
            </a:gsLst>
            <a:lin ang="9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DA0DC0-3518-750A-3821-192C03B2D059}"/>
              </a:ext>
            </a:extLst>
          </p:cNvPr>
          <p:cNvSpPr/>
          <p:nvPr/>
        </p:nvSpPr>
        <p:spPr>
          <a:xfrm rot="10800000">
            <a:off x="5031742" y="-20336"/>
            <a:ext cx="7160258" cy="6878336"/>
          </a:xfrm>
          <a:prstGeom prst="rect">
            <a:avLst/>
          </a:prstGeom>
          <a:gradFill>
            <a:gsLst>
              <a:gs pos="30000">
                <a:schemeClr val="accent4">
                  <a:lumMod val="60000"/>
                  <a:lumOff val="40000"/>
                  <a:alpha val="0"/>
                </a:schemeClr>
              </a:gs>
              <a:gs pos="89000">
                <a:schemeClr val="bg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B402F4-533A-849C-ACAD-039056A5D174}"/>
              </a:ext>
            </a:extLst>
          </p:cNvPr>
          <p:cNvSpPr/>
          <p:nvPr/>
        </p:nvSpPr>
        <p:spPr>
          <a:xfrm flipH="1">
            <a:off x="8961" y="2704579"/>
            <a:ext cx="12183038" cy="4153421"/>
          </a:xfrm>
          <a:prstGeom prst="rect">
            <a:avLst/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68000">
                <a:schemeClr val="bg2">
                  <a:alpha val="67000"/>
                </a:schemeClr>
              </a:gs>
              <a:gs pos="90000">
                <a:schemeClr val="bg2"/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8124DA4-1249-371C-65BA-0AAC0239D4C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320" y="2704946"/>
            <a:ext cx="9801225" cy="3538538"/>
          </a:xfrm>
        </p:spPr>
        <p:txBody>
          <a:bodyPr anchor="b"/>
          <a:lstStyle>
            <a:lvl1pPr>
              <a:lnSpc>
                <a:spcPct val="100000"/>
              </a:lnSpc>
              <a:defRPr sz="5400"/>
            </a:lvl1pPr>
            <a:lvl2pPr>
              <a:lnSpc>
                <a:spcPct val="100000"/>
              </a:lnSpc>
              <a:defRPr sz="4800"/>
            </a:lvl2pPr>
            <a:lvl3pPr>
              <a:lnSpc>
                <a:spcPct val="100000"/>
              </a:lnSpc>
              <a:defRPr sz="4400"/>
            </a:lvl3pPr>
            <a:lvl4pPr>
              <a:lnSpc>
                <a:spcPct val="100000"/>
              </a:lnSpc>
              <a:defRPr sz="4000"/>
            </a:lvl4pPr>
            <a:lvl5pPr>
              <a:lnSpc>
                <a:spcPct val="100000"/>
              </a:lnSpc>
              <a:defRPr sz="360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3662789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008CFE4-4AC8-17F9-C6E2-22D96CF8106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774BFB-EECC-C995-E701-4CCEB032FC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861412"/>
            <a:ext cx="12192000" cy="301077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70000"/>
                </a:schemeClr>
              </a:gs>
              <a:gs pos="50000">
                <a:schemeClr val="bg2">
                  <a:alpha val="0"/>
                </a:schemeClr>
              </a:gs>
            </a:gsLst>
            <a:lin ang="1716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2E260E-763F-A06B-2808-39975829F205}"/>
              </a:ext>
            </a:extLst>
          </p:cNvPr>
          <p:cNvSpPr/>
          <p:nvPr/>
        </p:nvSpPr>
        <p:spPr>
          <a:xfrm rot="5400000" flipH="1">
            <a:off x="2667005" y="-2666996"/>
            <a:ext cx="6857996" cy="12191993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75000"/>
                  <a:alpha val="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82642F-D94D-7313-EB9D-48E3CBEDD19C}"/>
              </a:ext>
            </a:extLst>
          </p:cNvPr>
          <p:cNvSpPr/>
          <p:nvPr/>
        </p:nvSpPr>
        <p:spPr>
          <a:xfrm rot="16200000" flipH="1">
            <a:off x="4381500" y="-4373435"/>
            <a:ext cx="3429000" cy="1217587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6000">
                <a:schemeClr val="accent6"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900" y="4967784"/>
            <a:ext cx="8484108" cy="1052015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900" y="1405719"/>
            <a:ext cx="8484108" cy="3087622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lang="en-US" sz="3600" b="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1ECC83-D6FA-D54B-81F2-EE93577E016F}"/>
              </a:ext>
            </a:extLst>
          </p:cNvPr>
          <p:cNvCxnSpPr>
            <a:cxnSpLocks/>
          </p:cNvCxnSpPr>
          <p:nvPr/>
        </p:nvCxnSpPr>
        <p:spPr>
          <a:xfrm flipH="1">
            <a:off x="2077285" y="4810814"/>
            <a:ext cx="8273723" cy="0"/>
          </a:xfrm>
          <a:prstGeom prst="line">
            <a:avLst/>
          </a:prstGeom>
          <a:ln w="6350">
            <a:solidFill>
              <a:schemeClr val="tx1">
                <a:lumMod val="75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788623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7012885" cy="1381432"/>
          </a:xfrm>
        </p:spPr>
        <p:txBody>
          <a:bodyPr anchor="t">
            <a:noAutofit/>
          </a:bodyPr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ABA73FC-7BD1-70E0-E0BB-062C0B9E495C}"/>
              </a:ext>
            </a:extLst>
          </p:cNvPr>
          <p:cNvCxnSpPr>
            <a:cxnSpLocks/>
          </p:cNvCxnSpPr>
          <p:nvPr/>
        </p:nvCxnSpPr>
        <p:spPr>
          <a:xfrm flipH="1">
            <a:off x="394716" y="303297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E12F779-E4E9-1000-6D97-63D7AD0CD426}"/>
              </a:ext>
            </a:extLst>
          </p:cNvPr>
          <p:cNvSpPr/>
          <p:nvPr/>
        </p:nvSpPr>
        <p:spPr>
          <a:xfrm rot="5400000" flipH="1">
            <a:off x="4765041" y="-568961"/>
            <a:ext cx="2661919" cy="12192002"/>
          </a:xfrm>
          <a:prstGeom prst="rect">
            <a:avLst/>
          </a:prstGeom>
          <a:gradFill>
            <a:gsLst>
              <a:gs pos="51000">
                <a:schemeClr val="bg2">
                  <a:alpha val="0"/>
                </a:schemeClr>
              </a:gs>
              <a:gs pos="98276">
                <a:schemeClr val="tx2"/>
              </a:gs>
              <a:gs pos="85000">
                <a:schemeClr val="accent1">
                  <a:alpha val="8500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1177CF-A7A2-912C-416D-E7E03D2C5291}"/>
              </a:ext>
            </a:extLst>
          </p:cNvPr>
          <p:cNvSpPr/>
          <p:nvPr/>
        </p:nvSpPr>
        <p:spPr>
          <a:xfrm rot="5400000" flipH="1">
            <a:off x="4516120" y="-817882"/>
            <a:ext cx="3159760" cy="12192003"/>
          </a:xfrm>
          <a:prstGeom prst="rect">
            <a:avLst/>
          </a:prstGeom>
          <a:gradFill>
            <a:gsLst>
              <a:gs pos="62000">
                <a:schemeClr val="bg2">
                  <a:alpha val="0"/>
                </a:schemeClr>
              </a:gs>
              <a:gs pos="98276">
                <a:schemeClr val="accent5"/>
              </a:gs>
              <a:gs pos="88000">
                <a:schemeClr val="accent3">
                  <a:alpha val="49000"/>
                </a:schemeClr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3230" y="3429000"/>
            <a:ext cx="11171699" cy="24656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142971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3CA1D0-5ABF-E529-5411-F834222E48FC}"/>
              </a:ext>
            </a:extLst>
          </p:cNvPr>
          <p:cNvSpPr/>
          <p:nvPr/>
        </p:nvSpPr>
        <p:spPr>
          <a:xfrm rot="5400000">
            <a:off x="5020923" y="-2430130"/>
            <a:ext cx="1825034" cy="11866880"/>
          </a:xfrm>
          <a:prstGeom prst="rect">
            <a:avLst/>
          </a:prstGeom>
          <a:gradFill>
            <a:gsLst>
              <a:gs pos="41000">
                <a:schemeClr val="bg1">
                  <a:alpha val="0"/>
                </a:schemeClr>
              </a:gs>
              <a:gs pos="85612">
                <a:schemeClr val="accent4">
                  <a:alpha val="7800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0F5D87-BF9C-3DAE-D977-87A4FA7749F4}"/>
              </a:ext>
            </a:extLst>
          </p:cNvPr>
          <p:cNvSpPr/>
          <p:nvPr/>
        </p:nvSpPr>
        <p:spPr>
          <a:xfrm rot="10800000" flipH="1">
            <a:off x="0" y="2590790"/>
            <a:ext cx="12192000" cy="1825033"/>
          </a:xfrm>
          <a:prstGeom prst="rect">
            <a:avLst/>
          </a:prstGeom>
          <a:gradFill>
            <a:gsLst>
              <a:gs pos="68000">
                <a:schemeClr val="bg2">
                  <a:alpha val="0"/>
                </a:schemeClr>
              </a:gs>
              <a:gs pos="98851">
                <a:schemeClr val="accent5">
                  <a:lumMod val="60000"/>
                  <a:lumOff val="40000"/>
                </a:schemeClr>
              </a:gs>
              <a:gs pos="89000">
                <a:schemeClr val="accent3">
                  <a:lumMod val="60000"/>
                  <a:lumOff val="40000"/>
                  <a:alpha val="3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6095999" cy="1454506"/>
          </a:xfrm>
        </p:spPr>
        <p:txBody>
          <a:bodyPr anchor="t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20000" y="3337560"/>
            <a:ext cx="3595171" cy="282858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200" dirty="0"/>
            </a:lvl3pPr>
            <a:lvl4pPr marL="685800" indent="0">
              <a:buNone/>
              <a:defRPr lang="en-US" sz="1100" dirty="0"/>
            </a:lvl4pPr>
            <a:lvl5pPr marL="914400" indent="0">
              <a:buNone/>
              <a:defRPr lang="en-US" sz="105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0326658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0858500" cy="69238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0A35E0D-62A8-3554-9B0A-F98F410BA73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1806575"/>
            <a:ext cx="5165725" cy="458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59B3B287-1823-BE94-2755-A041E87636AD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1" y="1806575"/>
            <a:ext cx="4991100" cy="458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FB33C1-66E4-5420-EAC7-ECB72519298E}"/>
              </a:ext>
            </a:extLst>
          </p:cNvPr>
          <p:cNvCxnSpPr>
            <a:cxnSpLocks/>
          </p:cNvCxnSpPr>
          <p:nvPr/>
        </p:nvCxnSpPr>
        <p:spPr>
          <a:xfrm flipH="1">
            <a:off x="394716" y="158496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089861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6AE5CFF-8C53-04B8-D45D-5572C54FE40F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1585448" cy="6620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705EA491-E08A-48B5-7211-33514A94530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59980DF-BFB1-0E16-FE9E-D2D30ED180E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EA97154-58A7-DD75-CD73-93F442F3412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1775779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13701989-F794-F145-FEEE-631718E4D69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2492481"/>
            <a:ext cx="5165725" cy="390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20840" y="1775777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A3BB3E04-BBB2-1EB1-AF01-EFE05E004270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0" y="2492481"/>
            <a:ext cx="5181907" cy="390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692CF81-A7A7-1362-125E-EEC5C8BD16E7}"/>
              </a:ext>
            </a:extLst>
          </p:cNvPr>
          <p:cNvCxnSpPr>
            <a:cxnSpLocks/>
          </p:cNvCxnSpPr>
          <p:nvPr/>
        </p:nvCxnSpPr>
        <p:spPr>
          <a:xfrm flipH="1">
            <a:off x="394716" y="1579934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11E71789-6ED9-AA74-B78C-05CAF80B5536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6403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05840"/>
            <a:ext cx="9906000" cy="80104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5907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5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869140"/>
            <a:ext cx="11604046" cy="96920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1752" y="210114"/>
            <a:ext cx="1759288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7D31F0D8-39C5-4C77-A52E-168D3936379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22485" y="210114"/>
            <a:ext cx="2509284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00323" y="210114"/>
            <a:ext cx="605475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2047284"/>
            <a:ext cx="11604046" cy="4234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3E5EF3F-856F-01A0-B658-94EAB13FC060}"/>
              </a:ext>
            </a:extLst>
          </p:cNvPr>
          <p:cNvCxnSpPr>
            <a:cxnSpLocks/>
          </p:cNvCxnSpPr>
          <p:nvPr/>
        </p:nvCxnSpPr>
        <p:spPr>
          <a:xfrm flipH="1">
            <a:off x="394716" y="751313"/>
            <a:ext cx="1140256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492163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78" r:id="rId1"/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  <p:sldLayoutId id="2147483791" r:id="rId14"/>
    <p:sldLayoutId id="2147483792" r:id="rId15"/>
    <p:sldLayoutId id="2147483793" r:id="rId16"/>
    <p:sldLayoutId id="2147483794" r:id="rId17"/>
    <p:sldLayoutId id="2147483795" r:id="rId18"/>
    <p:sldLayoutId id="2147483796" r:id="rId19"/>
    <p:sldLayoutId id="2147483797" r:id="rId20"/>
    <p:sldLayoutId id="2147483798" r:id="rId21"/>
    <p:sldLayoutId id="2147483799" r:id="rId22"/>
    <p:sldLayoutId id="2147483800" r:id="rId23"/>
    <p:sldLayoutId id="2147483801" r:id="rId24"/>
    <p:sldLayoutId id="2147483802" r:id="rId25"/>
    <p:sldLayoutId id="2147483803" r:id="rId26"/>
    <p:sldLayoutId id="2147483804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800" b="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1" pos="168">
          <p15:clr>
            <a:srgbClr val="F26B43"/>
          </p15:clr>
        </p15:guide>
        <p15:guide id="22" orient="horz" pos="2160">
          <p15:clr>
            <a:srgbClr val="F26B43"/>
          </p15:clr>
        </p15:guide>
        <p15:guide id="23" pos="4800">
          <p15:clr>
            <a:srgbClr val="F26B43"/>
          </p15:clr>
        </p15:guide>
        <p15:guide id="24" orient="horz" pos="480">
          <p15:clr>
            <a:srgbClr val="F26B43"/>
          </p15:clr>
        </p15:guide>
        <p15:guide id="25" orient="horz" pos="864">
          <p15:clr>
            <a:srgbClr val="F26B43"/>
          </p15:clr>
        </p15:guide>
        <p15:guide id="26" pos="7392">
          <p15:clr>
            <a:srgbClr val="F26B43"/>
          </p15:clr>
        </p15:guide>
        <p15:guide id="27" orient="horz" pos="3840">
          <p15:clr>
            <a:srgbClr val="F26B43"/>
          </p15:clr>
        </p15:guide>
        <p15:guide id="28" pos="240">
          <p15:clr>
            <a:srgbClr val="F26B43"/>
          </p15:clr>
        </p15:guide>
        <p15:guide id="29" pos="74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666666666667,100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6.xml"/><Relationship Id="rId5" Type="http://schemas.openxmlformats.org/officeDocument/2006/relationships/image" Target="../media/image9.jp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views.org/tv-service/streaming-habits/" TargetMode="External"/><Relationship Id="rId7" Type="http://schemas.openxmlformats.org/officeDocument/2006/relationships/hyperlink" Target="https://streamingbetter.com/streaming-services-complete-list/" TargetMode="External"/><Relationship Id="rId2" Type="http://schemas.openxmlformats.org/officeDocument/2006/relationships/hyperlink" Target="https://www.usertesting.com/resources/reports/stream-fatigue-goes-globa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orldmetrics.org/media-entertainment-industry-statistics/" TargetMode="External"/><Relationship Id="rId5" Type="http://schemas.openxmlformats.org/officeDocument/2006/relationships/hyperlink" Target="https://worthygamer.com/how-many-video-games-exist-in-total/" TargetMode="External"/><Relationship Id="rId4" Type="http://schemas.openxmlformats.org/officeDocument/2006/relationships/hyperlink" Target="https://systementcorp.com/lights-camera-action-how-many-movies-are-released-daily-around-the-world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08ADD-5A95-DC7D-4480-37DCE843E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4282051"/>
            <a:ext cx="5032248" cy="1532976"/>
          </a:xfrm>
        </p:spPr>
        <p:txBody>
          <a:bodyPr anchor="t">
            <a:noAutofit/>
          </a:bodyPr>
          <a:lstStyle/>
          <a:p>
            <a:r>
              <a:rPr lang="en-US" sz="8000" b="1" dirty="0"/>
              <a:t>TRACK</a:t>
            </a:r>
            <a:r>
              <a:rPr lang="en-US" sz="8000" b="1" dirty="0">
                <a:solidFill>
                  <a:srgbClr val="7689EA"/>
                </a:solidFill>
              </a:rPr>
              <a:t>R</a:t>
            </a:r>
          </a:p>
        </p:txBody>
      </p:sp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BD4E31CB-7872-C510-2CD9-2AB58BE30612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170" b="23170"/>
          <a:stretch>
            <a:fillRect/>
          </a:stretch>
        </p:blipFill>
        <p:spPr>
          <a:custGeom>
            <a:avLst/>
            <a:gdLst>
              <a:gd name="connsiteX0" fmla="*/ 291520 w 11651080"/>
              <a:gd name="connsiteY0" fmla="*/ 0 h 4853814"/>
              <a:gd name="connsiteX1" fmla="*/ 11359560 w 11651080"/>
              <a:gd name="connsiteY1" fmla="*/ 0 h 4853814"/>
              <a:gd name="connsiteX2" fmla="*/ 11651080 w 11651080"/>
              <a:gd name="connsiteY2" fmla="*/ 291520 h 4853814"/>
              <a:gd name="connsiteX3" fmla="*/ 11651080 w 11651080"/>
              <a:gd name="connsiteY3" fmla="*/ 4562294 h 4853814"/>
              <a:gd name="connsiteX4" fmla="*/ 11359560 w 11651080"/>
              <a:gd name="connsiteY4" fmla="*/ 4853814 h 4853814"/>
              <a:gd name="connsiteX5" fmla="*/ 291520 w 11651080"/>
              <a:gd name="connsiteY5" fmla="*/ 4853814 h 4853814"/>
              <a:gd name="connsiteX6" fmla="*/ 0 w 11651080"/>
              <a:gd name="connsiteY6" fmla="*/ 4562294 h 4853814"/>
              <a:gd name="connsiteX7" fmla="*/ 0 w 11651080"/>
              <a:gd name="connsiteY7" fmla="*/ 291520 h 4853814"/>
              <a:gd name="connsiteX8" fmla="*/ 291520 w 11651080"/>
              <a:gd name="connsiteY8" fmla="*/ 0 h 4853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4853814">
                <a:moveTo>
                  <a:pt x="291520" y="0"/>
                </a:moveTo>
                <a:lnTo>
                  <a:pt x="11359560" y="0"/>
                </a:lnTo>
                <a:cubicBezTo>
                  <a:pt x="11520562" y="0"/>
                  <a:pt x="11651080" y="130518"/>
                  <a:pt x="11651080" y="291520"/>
                </a:cubicBezTo>
                <a:lnTo>
                  <a:pt x="11651080" y="4562294"/>
                </a:lnTo>
                <a:cubicBezTo>
                  <a:pt x="11651080" y="4723296"/>
                  <a:pt x="11520562" y="4853814"/>
                  <a:pt x="11359560" y="4853814"/>
                </a:cubicBezTo>
                <a:lnTo>
                  <a:pt x="291520" y="4853814"/>
                </a:lnTo>
                <a:cubicBezTo>
                  <a:pt x="130518" y="4853814"/>
                  <a:pt x="0" y="4723296"/>
                  <a:pt x="0" y="4562294"/>
                </a:cubicBezTo>
                <a:lnTo>
                  <a:pt x="0" y="291520"/>
                </a:lnTo>
                <a:cubicBezTo>
                  <a:pt x="0" y="130518"/>
                  <a:pt x="130518" y="0"/>
                  <a:pt x="291520" y="0"/>
                </a:cubicBezTo>
                <a:close/>
              </a:path>
            </a:pathLst>
          </a:cu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05E9C0AD-18D4-6C3C-733E-F9C6D5D15CD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399581" y="4282051"/>
            <a:ext cx="1792420" cy="1532976"/>
          </a:xfrm>
        </p:spPr>
        <p:txBody>
          <a:bodyPr>
            <a:normAutofit/>
          </a:bodyPr>
          <a:lstStyle/>
          <a:p>
            <a:r>
              <a:rPr lang="en-US" dirty="0"/>
              <a:t>JD Railsback</a:t>
            </a:r>
          </a:p>
        </p:txBody>
      </p:sp>
    </p:spTree>
    <p:extLst>
      <p:ext uri="{BB962C8B-B14F-4D97-AF65-F5344CB8AC3E}">
        <p14:creationId xmlns:p14="http://schemas.microsoft.com/office/powerpoint/2010/main" val="714033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CA00E00-C367-ADDB-F470-130EDE3D0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499"/>
            <a:ext cx="6751127" cy="1250871"/>
          </a:xfrm>
        </p:spPr>
        <p:txBody>
          <a:bodyPr anchor="b">
            <a:normAutofit/>
          </a:bodyPr>
          <a:lstStyle/>
          <a:p>
            <a:r>
              <a:rPr lang="en-US" sz="3600" dirty="0"/>
              <a:t>Streaming Fatigue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F6C4D4-3A44-E6A1-150C-320DC78E78F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2410518"/>
            <a:ext cx="6755514" cy="3807402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43% of Americans plan to cancel a streaming service in the next 3 months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average American spends 110 hours per year scrolling streaming services deciding what to watch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Daily media releases are growing exponentially: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dirty="0"/>
              <a:t>~26 new films released every day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dirty="0"/>
              <a:t>~14 episodes of television released every day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dirty="0"/>
              <a:t>~38 video game releases every day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 of 2026 there are over 80 streaming services operating in the US</a:t>
            </a:r>
          </a:p>
        </p:txBody>
      </p:sp>
      <p:pic>
        <p:nvPicPr>
          <p:cNvPr id="6" name="Picture 5" descr="Stream Fatigue? Americans Spent 23% Less on Streaming Services in 2024,  Study Finds : r/cordcutters">
            <a:extLst>
              <a:ext uri="{FF2B5EF4-FFF2-40B4-BE49-F238E27FC236}">
                <a16:creationId xmlns:a16="http://schemas.microsoft.com/office/drawing/2014/main" id="{6100079C-ABDB-3CBE-68A6-9B63E259A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549" r="20951"/>
          <a:stretch>
            <a:fillRect/>
          </a:stretch>
        </p:blipFill>
        <p:spPr>
          <a:xfrm>
            <a:off x="7620000" y="10"/>
            <a:ext cx="457200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093483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BCEFBAC-5323-3997-75B7-D3EECDAE2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Existing Solutions</a:t>
            </a:r>
          </a:p>
        </p:txBody>
      </p:sp>
      <p:pic>
        <p:nvPicPr>
          <p:cNvPr id="6" name="Picture 5" descr="Letterboxd announces a curated, limited-run rental service | The Verge">
            <a:extLst>
              <a:ext uri="{FF2B5EF4-FFF2-40B4-BE49-F238E27FC236}">
                <a16:creationId xmlns:a16="http://schemas.microsoft.com/office/drawing/2014/main" id="{7A4E4163-073B-74DC-58AD-68F1BE6349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168" y="1969712"/>
            <a:ext cx="2568136" cy="2594848"/>
          </a:xfrm>
          <a:prstGeom prst="rect">
            <a:avLst/>
          </a:prstGeom>
        </p:spPr>
      </p:pic>
      <p:pic>
        <p:nvPicPr>
          <p:cNvPr id="7" name="Picture 6" descr="Serializd | Track all things TV">
            <a:extLst>
              <a:ext uri="{FF2B5EF4-FFF2-40B4-BE49-F238E27FC236}">
                <a16:creationId xmlns:a16="http://schemas.microsoft.com/office/drawing/2014/main" id="{C68172F7-7234-9E4D-C786-E57A5C088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3615" y="3435847"/>
            <a:ext cx="2257425" cy="2257425"/>
          </a:xfrm>
          <a:prstGeom prst="rect">
            <a:avLst/>
          </a:prstGeom>
        </p:spPr>
      </p:pic>
      <p:pic>
        <p:nvPicPr>
          <p:cNvPr id="8" name="Picture 7" descr="Backloggd (Games Dataset)">
            <a:extLst>
              <a:ext uri="{FF2B5EF4-FFF2-40B4-BE49-F238E27FC236}">
                <a16:creationId xmlns:a16="http://schemas.microsoft.com/office/drawing/2014/main" id="{90C974D4-8979-71A9-0B58-69A90E22A6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0912" y="1357343"/>
            <a:ext cx="3795713" cy="19097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23CAC7E-A84D-4508-8541-C05D0BDAA12B}"/>
              </a:ext>
            </a:extLst>
          </p:cNvPr>
          <p:cNvSpPr txBox="1"/>
          <p:nvPr/>
        </p:nvSpPr>
        <p:spPr>
          <a:xfrm>
            <a:off x="1849576" y="4564559"/>
            <a:ext cx="883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Movies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C90AB9-9898-FA9A-08EA-C1592B4D03C7}"/>
              </a:ext>
            </a:extLst>
          </p:cNvPr>
          <p:cNvSpPr txBox="1"/>
          <p:nvPr/>
        </p:nvSpPr>
        <p:spPr>
          <a:xfrm>
            <a:off x="5124056" y="5693272"/>
            <a:ext cx="1176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TV Shows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90C98C-2374-74D6-2A44-F8EB89B67D6A}"/>
              </a:ext>
            </a:extLst>
          </p:cNvPr>
          <p:cNvSpPr txBox="1"/>
          <p:nvPr/>
        </p:nvSpPr>
        <p:spPr>
          <a:xfrm>
            <a:off x="8442343" y="3269864"/>
            <a:ext cx="1512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Video Games</a:t>
            </a:r>
          </a:p>
        </p:txBody>
      </p:sp>
    </p:spTree>
    <p:extLst>
      <p:ext uri="{BB962C8B-B14F-4D97-AF65-F5344CB8AC3E}">
        <p14:creationId xmlns:p14="http://schemas.microsoft.com/office/powerpoint/2010/main" val="1544920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5B856-A46F-C6FF-5423-66FB7A847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Multifunctional tracking platform for staying up to date with releases across different media types.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2C86D1-F875-81BA-3191-37B5CC2F687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9600" b="1" dirty="0"/>
              <a:t>TRACK</a:t>
            </a:r>
            <a:r>
              <a:rPr lang="en-US" sz="9600" b="1" dirty="0">
                <a:solidFill>
                  <a:srgbClr val="7689EA"/>
                </a:solidFill>
              </a:rPr>
              <a:t>R</a:t>
            </a:r>
            <a:endParaRPr lang="en-US" sz="9600" dirty="0"/>
          </a:p>
        </p:txBody>
      </p:sp>
    </p:spTree>
    <p:extLst>
      <p:ext uri="{BB962C8B-B14F-4D97-AF65-F5344CB8AC3E}">
        <p14:creationId xmlns:p14="http://schemas.microsoft.com/office/powerpoint/2010/main" val="1635869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DF1C-6F0C-9506-E8B6-B4C5C2FDF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Compliment, not Competition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6D21AF-CEEF-6F4B-7619-95C09F2FA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Trackr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1C0A33-C56B-784B-F8F4-8ABACB07474A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Tracking what you want to watch next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Multiple media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Notifications for new releases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Can be used alongside other social platforms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D72AB-82DA-C189-C6DC-34D2A11436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Letterboxd and Others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CD8094-A248-C70D-66FF-90A926945558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Tracking what you’ve already watched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Focus on one media type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No way to track new releases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Media tracking as a social media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079567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010EC-0823-638A-A54B-085573D0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22282"/>
            <a:ext cx="9830017" cy="731520"/>
          </a:xfrm>
        </p:spPr>
        <p:txBody>
          <a:bodyPr anchor="b">
            <a:normAutofit/>
          </a:bodyPr>
          <a:lstStyle/>
          <a:p>
            <a:r>
              <a:rPr lang="en-US" sz="4000" dirty="0"/>
              <a:t>Primary Features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F1F8C0C-DC36-12BC-CB0E-02376481E29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066573651"/>
              </p:ext>
            </p:extLst>
          </p:nvPr>
        </p:nvGraphicFramePr>
        <p:xfrm>
          <a:off x="301752" y="2011680"/>
          <a:ext cx="11402568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33559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FBDB4-FBB3-5E4E-871F-18ADDC930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Business Model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866AA53-AF0F-D8E5-1920-897F46931F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Free Tier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F4948EB-F8E8-F5D1-7C93-1CF2B021E89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2587753"/>
            <a:ext cx="5165725" cy="380511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Access to basic tracking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Full discover page access to track any media items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Ability to view calendar page on site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9473856-1FC8-4BD6-73EB-6F08A1A9D4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Paid Tier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05ACCA10-3A2B-F833-4ADC-9FD5871BB41B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0" y="2587753"/>
            <a:ext cx="5181907" cy="380511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Access to all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Customizable notifications for any media items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Ability to sync calendar with other apps like Apple, Google, Outlook,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Access to the “Dugout” page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Profile customization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A8EB60-0D3B-F948-7917-2751D9B736FD}"/>
              </a:ext>
            </a:extLst>
          </p:cNvPr>
          <p:cNvSpPr txBox="1"/>
          <p:nvPr/>
        </p:nvSpPr>
        <p:spPr>
          <a:xfrm>
            <a:off x="4142232" y="1864984"/>
            <a:ext cx="24871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$0/year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6950EF-C8AA-BF60-72E3-39E7A7C70C0A}"/>
              </a:ext>
            </a:extLst>
          </p:cNvPr>
          <p:cNvSpPr txBox="1"/>
          <p:nvPr/>
        </p:nvSpPr>
        <p:spPr>
          <a:xfrm>
            <a:off x="10469880" y="1836348"/>
            <a:ext cx="24871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$10/year</a:t>
            </a:r>
          </a:p>
        </p:txBody>
      </p:sp>
    </p:spTree>
    <p:extLst>
      <p:ext uri="{BB962C8B-B14F-4D97-AF65-F5344CB8AC3E}">
        <p14:creationId xmlns:p14="http://schemas.microsoft.com/office/powerpoint/2010/main" val="2513515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DF2B7-2ACF-AE2F-49BB-9F647CDFA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1578102"/>
            <a:ext cx="7498080" cy="1106424"/>
          </a:xfrm>
        </p:spPr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FB133F-2387-42F7-48F8-0ED78ED45F46}"/>
              </a:ext>
            </a:extLst>
          </p:cNvPr>
          <p:cNvSpPr/>
          <p:nvPr/>
        </p:nvSpPr>
        <p:spPr>
          <a:xfrm>
            <a:off x="5772912" y="530352"/>
            <a:ext cx="5736336" cy="13898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Finalize release date pipeline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App Store launch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Initial paid tier at $5/lifetime for early users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0E9EED-EB3F-446D-9BA6-D9B59BFD0B63}"/>
              </a:ext>
            </a:extLst>
          </p:cNvPr>
          <p:cNvSpPr/>
          <p:nvPr/>
        </p:nvSpPr>
        <p:spPr>
          <a:xfrm>
            <a:off x="5772912" y="2484120"/>
            <a:ext cx="5736336" cy="11064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Implement personalized recommendations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Expand media types (books, live events, etc.)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Strengthen infrastructure for larger userbase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96D8C91-388D-951A-647D-6A5FADBDA29F}"/>
              </a:ext>
            </a:extLst>
          </p:cNvPr>
          <p:cNvSpPr/>
          <p:nvPr/>
        </p:nvSpPr>
        <p:spPr>
          <a:xfrm>
            <a:off x="5772912" y="4154424"/>
            <a:ext cx="5736336" cy="13898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Seek out direct data partnerships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Embeddable release-calendar widget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Explore affiliate revenue for storefront links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C505AC-0223-C127-BF84-5DF94E10BB1A}"/>
              </a:ext>
            </a:extLst>
          </p:cNvPr>
          <p:cNvSpPr txBox="1"/>
          <p:nvPr/>
        </p:nvSpPr>
        <p:spPr>
          <a:xfrm>
            <a:off x="4050791" y="976175"/>
            <a:ext cx="20299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Short-term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22B8CB-8630-6AC1-CFD5-CE5360763C35}"/>
              </a:ext>
            </a:extLst>
          </p:cNvPr>
          <p:cNvSpPr txBox="1"/>
          <p:nvPr/>
        </p:nvSpPr>
        <p:spPr>
          <a:xfrm>
            <a:off x="4066032" y="2806499"/>
            <a:ext cx="20299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Mid-term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E092C5-BB83-FB52-C83B-8B06D8DCB1E0}"/>
              </a:ext>
            </a:extLst>
          </p:cNvPr>
          <p:cNvSpPr txBox="1"/>
          <p:nvPr/>
        </p:nvSpPr>
        <p:spPr>
          <a:xfrm>
            <a:off x="4066032" y="4618535"/>
            <a:ext cx="20299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Long-term</a:t>
            </a: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C8D94CF0-3024-70EB-0D2D-B61400EF13E3}"/>
              </a:ext>
            </a:extLst>
          </p:cNvPr>
          <p:cNvSpPr/>
          <p:nvPr/>
        </p:nvSpPr>
        <p:spPr>
          <a:xfrm>
            <a:off x="8471916" y="2069592"/>
            <a:ext cx="338328" cy="265176"/>
          </a:xfrm>
          <a:prstGeom prst="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6A00D220-69CD-BD2F-6C91-EB666C98C0AE}"/>
              </a:ext>
            </a:extLst>
          </p:cNvPr>
          <p:cNvSpPr/>
          <p:nvPr/>
        </p:nvSpPr>
        <p:spPr>
          <a:xfrm>
            <a:off x="8471916" y="3742944"/>
            <a:ext cx="338328" cy="265176"/>
          </a:xfrm>
          <a:prstGeom prst="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879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3AAF7-AA83-C46C-5B40-3C886D2C1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2B0BC-F208-466E-ED95-76A6A98D03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Streaming Media Survey: Viewers Can't Find What To Watch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3"/>
              </a:rPr>
              <a:t>Streaming Fatigue Report 2026: How Price Hikes Are Changing the Way Americans Watch TV | Reviews.org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4"/>
              </a:rPr>
              <a:t>Lights, Camera, Action— How Many Movies Are Released Daily Around the World? - System Ent Corp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5"/>
              </a:rPr>
              <a:t>How Many Video Games Exist in Total? – </a:t>
            </a:r>
            <a:r>
              <a:rPr lang="en-US" dirty="0" err="1">
                <a:hlinkClick r:id="rId5"/>
              </a:rPr>
              <a:t>WorthyGamer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6"/>
              </a:rPr>
              <a:t>Media Entertainment Industry Statistics 2026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7"/>
              </a:rPr>
              <a:t>How Many Streaming Services Are There? Here's a List | Streaming Better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2196600"/>
      </p:ext>
    </p:extLst>
  </p:cSld>
  <p:clrMapOvr>
    <a:masterClrMapping/>
  </p:clrMapOvr>
</p:sld>
</file>

<file path=ppt/theme/theme1.xml><?xml version="1.0" encoding="utf-8"?>
<a:theme xmlns:a="http://schemas.openxmlformats.org/drawingml/2006/main" name="Dark Gradient">
  <a:themeElements>
    <a:clrScheme name="Dark Gradient">
      <a:dk1>
        <a:sysClr val="windowText" lastClr="000000"/>
      </a:dk1>
      <a:lt1>
        <a:sysClr val="window" lastClr="FFFFFF"/>
      </a:lt1>
      <a:dk2>
        <a:srgbClr val="0B0C12"/>
      </a:dk2>
      <a:lt2>
        <a:srgbClr val="ECF0FB"/>
      </a:lt2>
      <a:accent1>
        <a:srgbClr val="4970FF"/>
      </a:accent1>
      <a:accent2>
        <a:srgbClr val="712ED5"/>
      </a:accent2>
      <a:accent3>
        <a:srgbClr val="00C4B6"/>
      </a:accent3>
      <a:accent4>
        <a:srgbClr val="3633D1"/>
      </a:accent4>
      <a:accent5>
        <a:srgbClr val="4AB1FE"/>
      </a:accent5>
      <a:accent6>
        <a:srgbClr val="9E2FD5"/>
      </a:accent6>
      <a:hlink>
        <a:srgbClr val="4970FF"/>
      </a:hlink>
      <a:folHlink>
        <a:srgbClr val="8E24FF"/>
      </a:folHlink>
    </a:clrScheme>
    <a:fontScheme name="Custom 53">
      <a:majorFont>
        <a:latin typeface="Arial Nova Light"/>
        <a:ea typeface=""/>
        <a:cs typeface=""/>
      </a:majorFont>
      <a:minorFont>
        <a:latin typeface="Arial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rk gradient" id="{E11C298A-C952-4C7C-AD82-FDE632A020A2}" vid="{C429265E-EED5-40F2-8F51-E02F8E47A73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Dark Gradient</Template>
  <TotalTime>528</TotalTime>
  <Words>449</Words>
  <Application>Microsoft Office PowerPoint</Application>
  <PresentationFormat>Widescreen</PresentationFormat>
  <Paragraphs>66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Arial Nova Light</vt:lpstr>
      <vt:lpstr>Dark Gradient</vt:lpstr>
      <vt:lpstr>TRACKR</vt:lpstr>
      <vt:lpstr>Streaming Fatigue</vt:lpstr>
      <vt:lpstr>Existing Solutions</vt:lpstr>
      <vt:lpstr>  Multifunctional tracking platform for staying up to date with releases across different media types.</vt:lpstr>
      <vt:lpstr>Compliment, not Competition</vt:lpstr>
      <vt:lpstr>Primary Features</vt:lpstr>
      <vt:lpstr>Business Model</vt:lpstr>
      <vt:lpstr>Roadmap</vt:lpstr>
      <vt:lpstr>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JD Railsback</dc:creator>
  <cp:lastModifiedBy>JD Railsback</cp:lastModifiedBy>
  <cp:revision>4</cp:revision>
  <dcterms:created xsi:type="dcterms:W3CDTF">2026-08-03T17:11:54Z</dcterms:created>
  <dcterms:modified xsi:type="dcterms:W3CDTF">2026-08-10T20:18:07Z</dcterms:modified>
</cp:coreProperties>
</file>